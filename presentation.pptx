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Kulim Park"/>
      <p:regular r:id="rId32"/>
      <p:bold r:id="rId33"/>
      <p:italic r:id="rId34"/>
      <p:boldItalic r:id="rId35"/>
    </p:embeddedFont>
    <p:embeddedFont>
      <p:font typeface="Manrope"/>
      <p:regular r:id="rId36"/>
      <p:bold r:id="rId37"/>
    </p:embeddedFont>
    <p:embeddedFont>
      <p:font typeface="PT Sans"/>
      <p:regular r:id="rId38"/>
      <p:bold r:id="rId39"/>
      <p:italic r:id="rId40"/>
      <p:boldItalic r:id="rId41"/>
    </p:embeddedFont>
    <p:embeddedFont>
      <p:font typeface="Kulim Park SemiBold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italic.fntdata"/><Relationship Id="rId42" Type="http://schemas.openxmlformats.org/officeDocument/2006/relationships/font" Target="fonts/KulimParkSemiBold-regular.fntdata"/><Relationship Id="rId41" Type="http://schemas.openxmlformats.org/officeDocument/2006/relationships/font" Target="fonts/PTSans-boldItalic.fntdata"/><Relationship Id="rId44" Type="http://schemas.openxmlformats.org/officeDocument/2006/relationships/font" Target="fonts/KulimParkSemiBold-italic.fntdata"/><Relationship Id="rId43" Type="http://schemas.openxmlformats.org/officeDocument/2006/relationships/font" Target="fonts/KulimParkSemiBold-bold.fntdata"/><Relationship Id="rId45" Type="http://schemas.openxmlformats.org/officeDocument/2006/relationships/font" Target="fonts/KulimPark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font" Target="fonts/KulimPark-bold.fntdata"/><Relationship Id="rId32" Type="http://schemas.openxmlformats.org/officeDocument/2006/relationships/font" Target="fonts/KulimPark-regular.fntdata"/><Relationship Id="rId35" Type="http://schemas.openxmlformats.org/officeDocument/2006/relationships/font" Target="fonts/KulimPark-boldItalic.fntdata"/><Relationship Id="rId34" Type="http://schemas.openxmlformats.org/officeDocument/2006/relationships/font" Target="fonts/KulimPark-italic.fntdata"/><Relationship Id="rId37" Type="http://schemas.openxmlformats.org/officeDocument/2006/relationships/font" Target="fonts/Manrope-bold.fntdata"/><Relationship Id="rId36" Type="http://schemas.openxmlformats.org/officeDocument/2006/relationships/font" Target="fonts/Manrope-regular.fntdata"/><Relationship Id="rId39" Type="http://schemas.openxmlformats.org/officeDocument/2006/relationships/font" Target="fonts/PTSans-bold.fntdata"/><Relationship Id="rId38" Type="http://schemas.openxmlformats.org/officeDocument/2006/relationships/font" Target="fonts/PTSans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Alara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Hi I am here to introduce our topic “copy or collaborate” and the details of the paper we have taken inspiration of and decided to expand on.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ead612980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ead612980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Alara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took inspiration from this paper with the title “copy or collaborate? How networks impact collective problem solving”, which we decided to expand on further.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In this paper it is discussed how a network of agents on a fitness </a:t>
            </a:r>
            <a:r>
              <a:rPr lang="en"/>
              <a:t>landscape adapt and learn through collaboration and copying behaviour to reach an optimal fitness.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124dc3920d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124dc3920d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Alara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Each agent has a skill value on a board with denoted skills and is connected to each other through a network. In the paper different types of networks have been tested on, but in our project we have used a fully connected network (meaning each agent is connected to every other agent)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In the paper they use a board 100x100 with 16 agents, 100 different skills.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To get to the main movements of the agents, there are two types of behaviors for the agents: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Collaboration, which is decided with the probability p, through this behavior an agent may (talk in terms of the green agent for ease of comprehension):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Move to a cell that is direct neighbour of the cell they occupy OR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Move to a cell in radius r that is the same skill value as the agent OR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Collaborate with its network neighbours to move to a cell in radius r that is of the neighbour’s skill value.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Copying, which is decided with probability 1 - p, through this behaviour an agent may (again talk in terms of green agent)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Move to a cell that is direct neighbour of the cell they occupy OR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Move to a cell in radius r that is the same skill value as the agent OR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Copy its network neighbours to move to a cell that these neighbours occupy.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ead6129809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ead6129809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Gileesa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124dc3920de_0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124dc3920de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Gileesa - The agents all move independently. We cannot predict their joint behaviour. This is why the system is complex.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124dc3920d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124dc3920d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Gileesa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be154d07a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be154d07a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Gileesa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ead612980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ead612980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Our addition to this algorithm is the introduction of turnover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After each iteration, each agent has a chance to ‘die/leave’, and get replaced with a new random agent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individual chance of death/leaving we denote as the turnover ratio/rate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Then we are interested in how this changes the behaviour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This leads to our research question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bfda8adb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bfda8adb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Our addition to this algorithm is the introduction of turnover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After each iteration, each agent has a chance to ‘die/leave’, and get replaced with a new random agent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individual chance of death/leaving we denote as the turnover ratio/rate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Then we are interested in how this changes the behaviour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124dc3920de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124dc3920de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Go over our hypotheses, and expand a tiny bit on their meaning/interpretation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124dc3920de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124dc3920de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So how does this kind of behaviour look like?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Tadie, our animation with turnover 0.1 / 10%, where we can see both agents moving slowly towards their local minima, agents jumping to other agents, and agents getting replaced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So we get different behaviour, where we don’t have a clearly defined last time step, and can escape minima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But we do want to be able to directly compare to the results from no turnover, so we used the constant stopping criteria of only doing 20 iterations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More generally, to answer our hypothesis we are interested in the expected average ‘fitness’ across agents for a given turnover rate and copy-collaborate ratio, que next slide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ead612980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ead612980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Since we’re interested in the optimal copy-collaborate ratio, we simulate the model for varying values.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Plotting this, with no turnover, we get a curve like this, which looks similar to that of the fully connected one from the paper shown before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And we see a well-defined optimal ratio, marked by the point on the plot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can expand on this by doing this for varying turnover rates, which gets us these results (que next slide)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24dc3920de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124dc3920d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Here we again see the same thing, but now for different turnover ratios.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They are colored to indicate the turnover ratio, and again each has a marked optimal copy-collaborate ratio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For this number of iterations, we can see that the optimal ratio moves towards 0, and for very high turnover we get a nearly flat line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can also plot this as a surface in 3D, which we have here (que next slide)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bc0975929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bc0975929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Here we again see the same results, but now it might be clearer to see that the optimal ratio changes with turnover.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And again for either high turnover or high copy-collaborate ratio (or both), the function quickly flatlines, making for a badly defined ‘best’ ratio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Next we need to quantify this dependence between turnover and optimal ratio, which is what we’ll talk </a:t>
            </a:r>
            <a:r>
              <a:rPr lang="en"/>
              <a:t>about</a:t>
            </a:r>
            <a:r>
              <a:rPr lang="en"/>
              <a:t> in our results now.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Sooriyaa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65886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65886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65886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658862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24dc3920de_0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124dc3920de_0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Sooriyaa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following plot shows the relationship between the copy collaboration ratio vs turnover rate,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The x- axis represents the turnover rate: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 how quickly agents leave and are replaced.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The y - axis represents the copy collaboration rate in our model, which as defined as: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 each agent can either collaborate or copy.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Each red point represents the average optimal copy-collab rate for a given turnover rate. We observe a pattern.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 turnover changes the copy and collab ratio also changes,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moreover at low turnover rate, the collaboration level tends to be higher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as turnover increases collab ratio decreases 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pointing that copy perform better by a higher turnover rate.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other words, when agents die quickly due to a high turnover rate, they prefer copying instead of collaboration, because copying is faster and requires less time.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bc0975929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bc0975929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Sooriyaa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order to examining the relationship between turnover ratio and the optimal collaboration-copying ratio, we performed a linear regression test.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The slope of the linear regression is - 0.7, indicating a neg relationship.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As the previous pic depicted, as the turnover rate increases, the optimal coll-copy ratio tends to decrease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The p - value is 4.2 x 10 ^ - 9, which far below the significance level of 0.05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bfccd27d5e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bfccd27d5e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Sooriyaa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in order to validate the regression result, we performed a permutation test.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We randomly shuffled the data many times and created a distribution of slopes.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The histogram shows the distribution of slopes from these random permutations.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The red dashed line represent the observed slope from the actual data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Because the observed slope lies far outside the distribution, it suggests that the relationship is not random, which supports the small p value of 4 *10 ^ - 9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124dc3920de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124dc3920de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Sooriyaa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H1</a:t>
            </a:r>
            <a:r>
              <a:rPr lang="en">
                <a:solidFill>
                  <a:schemeClr val="dk1"/>
                </a:solidFill>
              </a:rPr>
              <a:t>: Adding </a:t>
            </a:r>
            <a:r>
              <a:rPr b="1" lang="en">
                <a:solidFill>
                  <a:schemeClr val="dk1"/>
                </a:solidFill>
              </a:rPr>
              <a:t>turnover</a:t>
            </a:r>
            <a:r>
              <a:rPr lang="en">
                <a:solidFill>
                  <a:schemeClr val="dk1"/>
                </a:solidFill>
              </a:rPr>
              <a:t> has a statistically significant effect on the </a:t>
            </a:r>
            <a:r>
              <a:rPr b="1" lang="en">
                <a:solidFill>
                  <a:schemeClr val="dk1"/>
                </a:solidFill>
              </a:rPr>
              <a:t>optimal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collaboration-copying ratio.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H0</a:t>
            </a:r>
            <a:r>
              <a:rPr lang="en">
                <a:solidFill>
                  <a:schemeClr val="dk1"/>
                </a:solidFill>
              </a:rPr>
              <a:t>: Adding </a:t>
            </a:r>
            <a:r>
              <a:rPr b="1" lang="en">
                <a:solidFill>
                  <a:schemeClr val="dk1"/>
                </a:solidFill>
              </a:rPr>
              <a:t>turnover</a:t>
            </a:r>
            <a:r>
              <a:rPr lang="en">
                <a:solidFill>
                  <a:schemeClr val="dk1"/>
                </a:solidFill>
              </a:rPr>
              <a:t> has no statistically significant effect on the </a:t>
            </a:r>
            <a:r>
              <a:rPr b="1" lang="en">
                <a:solidFill>
                  <a:schemeClr val="dk1"/>
                </a:solidFill>
              </a:rPr>
              <a:t>optimal collaboration-copying ratio.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Hence the p value is much smaller then our alpha value of 0.05, we reject our null hypothesis.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This means that the turnover rate has a statistically significant effect on the optimal copy-collab ratio.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Therefore, the observed relationship is statistically significant and unlikely yo be due to random chance.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What can we conclude?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We conclude that the turnover rate significantly affects the optimal collab-copy ratio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Our data suggest that a higher turnover tends to shift the balance towards less collaboration and more copying  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Limitation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We can not conclude that there is a linear relationship between turnover and collab-copy ratio.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Compared to the paper, which has a dynamic stopping criteria, we have a fixed time step - 20 steps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Maybe we reach a criticality point toward t =1, there is no differences between the whole range of copy-collab rare between 0 to 1 (slide 14) - we need to have a more depth insight to evaluate that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Future Research - Gileesa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c2122b33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c2122b33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Gilessa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future work, we plan to compare different network structures,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such as fully connected networks and networks with multiple sub-hubs or partial connectivity.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This comparison could help us understand how network structure influences the fitness landscape and the ability to escape local optima.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By not sharing all knowledge and allowing agents to explore in different directions may help overcome hill-climbing limitations and lead to better global solutions.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ead6129809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ead6129809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Sooriyaa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Thank you for listening.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Do you have any questions?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Questions 13: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bfccd27d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bfccd27d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ead612980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ead612980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bc0975929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bc0975929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ead612980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ead612980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ead6129809_1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ead6129809_1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813319">
            <a:off x="-1616877" y="-342427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 rot="-649785">
            <a:off x="6475477" y="-7384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125387" y="2238100"/>
            <a:ext cx="7471673" cy="477180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 rot="8823147">
            <a:off x="-2265377" y="2808773"/>
            <a:ext cx="5990392" cy="5613180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6536238" y="-142500"/>
            <a:ext cx="4935815" cy="3769836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 rot="649785">
            <a:off x="716152" y="44011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658862">
              <a:alpha val="13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rot="1244193">
            <a:off x="4086917" y="-777268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 rot="-9555807">
            <a:off x="-6119383" y="2297294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 txBox="1"/>
          <p:nvPr>
            <p:ph type="ctrTitle"/>
          </p:nvPr>
        </p:nvSpPr>
        <p:spPr>
          <a:xfrm>
            <a:off x="723150" y="1494200"/>
            <a:ext cx="7697700" cy="15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600">
                <a:latin typeface="Kulim Park SemiBold"/>
                <a:ea typeface="Kulim Park SemiBold"/>
                <a:cs typeface="Kulim Park SemiBold"/>
                <a:sym typeface="Kulim Park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962550" y="3100575"/>
            <a:ext cx="5218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 rot="-10285629">
            <a:off x="4140874" y="-201512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 flipH="1">
            <a:off x="6818628" y="2586663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 flipH="1" rot="9748587">
            <a:off x="5601527" y="2021265"/>
            <a:ext cx="8200944" cy="301569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 flipH="1" rot="4102346">
            <a:off x="-2270967" y="3805847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 rot="813319">
            <a:off x="-3580677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716550" y="1929275"/>
            <a:ext cx="38556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3"/>
          <p:cNvSpPr txBox="1"/>
          <p:nvPr>
            <p:ph hasCustomPrompt="1" idx="2" type="title"/>
          </p:nvPr>
        </p:nvSpPr>
        <p:spPr>
          <a:xfrm>
            <a:off x="723300" y="845239"/>
            <a:ext cx="14982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" name="Google Shape;29;p3"/>
          <p:cNvSpPr txBox="1"/>
          <p:nvPr>
            <p:ph idx="1" type="subTitle"/>
          </p:nvPr>
        </p:nvSpPr>
        <p:spPr>
          <a:xfrm>
            <a:off x="716550" y="3578839"/>
            <a:ext cx="27525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3065327" y="-42009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 rot="813319">
            <a:off x="-704002" y="2342077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 rot="-5553048">
            <a:off x="-3421688" y="1600648"/>
            <a:ext cx="5990367" cy="5613156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 flipH="1" rot="-1460553">
            <a:off x="6702382" y="-661835"/>
            <a:ext cx="7471555" cy="477173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 rot="3657786">
            <a:off x="7243056" y="893138"/>
            <a:ext cx="4558957" cy="1365879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 rot="3624623">
            <a:off x="5761668" y="608449"/>
            <a:ext cx="7826028" cy="2877832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720000" y="437700"/>
            <a:ext cx="77028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720000" y="1095450"/>
            <a:ext cx="77028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50">
                <a:latin typeface="Manrope"/>
                <a:ea typeface="Manrope"/>
                <a:cs typeface="Manrope"/>
                <a:sym typeface="Manrope"/>
              </a:defRPr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-4528356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 flipH="1" rot="-9405665">
            <a:off x="6846081" y="1281156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 flipH="1" rot="1478505">
            <a:off x="3709533" y="-1000036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 flipH="1">
            <a:off x="720000" y="438912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2" type="title"/>
          </p:nvPr>
        </p:nvSpPr>
        <p:spPr>
          <a:xfrm>
            <a:off x="4789925" y="3371526"/>
            <a:ext cx="23253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7" name="Google Shape;47;p5"/>
          <p:cNvSpPr txBox="1"/>
          <p:nvPr>
            <p:ph idx="1" type="subTitle"/>
          </p:nvPr>
        </p:nvSpPr>
        <p:spPr>
          <a:xfrm>
            <a:off x="4789950" y="3879601"/>
            <a:ext cx="2325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3" type="title"/>
          </p:nvPr>
        </p:nvSpPr>
        <p:spPr>
          <a:xfrm>
            <a:off x="2028750" y="3371526"/>
            <a:ext cx="23253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9" name="Google Shape;49;p5"/>
          <p:cNvSpPr txBox="1"/>
          <p:nvPr>
            <p:ph idx="4" type="subTitle"/>
          </p:nvPr>
        </p:nvSpPr>
        <p:spPr>
          <a:xfrm>
            <a:off x="2028775" y="3879601"/>
            <a:ext cx="2325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0" name="Google Shape;50;p5"/>
          <p:cNvSpPr/>
          <p:nvPr/>
        </p:nvSpPr>
        <p:spPr>
          <a:xfrm flipH="1" rot="9524149">
            <a:off x="-6659422" y="-2925302"/>
            <a:ext cx="9471569" cy="60490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 rot="-9555841">
            <a:off x="-6785773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 flipH="1" rot="3394465">
            <a:off x="3077084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5867027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 rot="3952094">
            <a:off x="4978836" y="-32116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 flipH="1" rot="-649760">
            <a:off x="7075142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 rot="813319">
            <a:off x="-2477752" y="-30743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 rot="-10285603">
            <a:off x="-4701904" y="37528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 rot="-7426355">
            <a:off x="-5557542" y="113283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/>
        </p:nvSpPr>
        <p:spPr>
          <a:xfrm flipH="1" rot="3394465">
            <a:off x="5041484" y="22860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 rot="-10285603">
            <a:off x="7150321" y="-22663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 flipH="1" rot="955394">
            <a:off x="1460861" y="-2197712"/>
            <a:ext cx="7826028" cy="2877832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4572000" y="1369325"/>
            <a:ext cx="3850500" cy="333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indent="-31115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/>
          <p:nvPr/>
        </p:nvSpPr>
        <p:spPr>
          <a:xfrm flipH="1" rot="-813319">
            <a:off x="4432698" y="-342427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"/>
          <p:cNvSpPr/>
          <p:nvPr/>
        </p:nvSpPr>
        <p:spPr>
          <a:xfrm rot="649785">
            <a:off x="-1816445" y="-7384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8"/>
          <p:cNvSpPr/>
          <p:nvPr/>
        </p:nvSpPr>
        <p:spPr>
          <a:xfrm flipH="1">
            <a:off x="620870" y="2238100"/>
            <a:ext cx="7471673" cy="477180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8"/>
          <p:cNvSpPr/>
          <p:nvPr/>
        </p:nvSpPr>
        <p:spPr>
          <a:xfrm flipH="1" rot="-8823147">
            <a:off x="5492915" y="2808773"/>
            <a:ext cx="5990392" cy="5613180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/>
          <p:nvPr/>
        </p:nvSpPr>
        <p:spPr>
          <a:xfrm flipH="1">
            <a:off x="-2254122" y="-142500"/>
            <a:ext cx="4935815" cy="3769836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/>
          <p:cNvSpPr/>
          <p:nvPr/>
        </p:nvSpPr>
        <p:spPr>
          <a:xfrm flipH="1" rot="-649785">
            <a:off x="3942880" y="44011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658862">
              <a:alpha val="13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"/>
          <p:cNvSpPr/>
          <p:nvPr/>
        </p:nvSpPr>
        <p:spPr>
          <a:xfrm flipH="1" rot="-1244193">
            <a:off x="-2695083" y="-777268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8"/>
          <p:cNvSpPr/>
          <p:nvPr/>
        </p:nvSpPr>
        <p:spPr>
          <a:xfrm flipH="1" rot="9555807">
            <a:off x="7511217" y="2297294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 txBox="1"/>
          <p:nvPr>
            <p:ph type="title"/>
          </p:nvPr>
        </p:nvSpPr>
        <p:spPr>
          <a:xfrm>
            <a:off x="1796850" y="1301800"/>
            <a:ext cx="5550300" cy="25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/>
          <p:nvPr/>
        </p:nvSpPr>
        <p:spPr>
          <a:xfrm rot="813319">
            <a:off x="-2477752" y="-30743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 flipH="1" rot="3394465">
            <a:off x="3077084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5867027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9"/>
          <p:cNvSpPr/>
          <p:nvPr/>
        </p:nvSpPr>
        <p:spPr>
          <a:xfrm rot="3406877">
            <a:off x="3098060" y="-32126"/>
            <a:ext cx="7826090" cy="287785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9"/>
          <p:cNvSpPr/>
          <p:nvPr/>
        </p:nvSpPr>
        <p:spPr>
          <a:xfrm flipH="1" rot="-649760">
            <a:off x="7075142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"/>
          <p:cNvSpPr/>
          <p:nvPr/>
        </p:nvSpPr>
        <p:spPr>
          <a:xfrm rot="-10285603">
            <a:off x="-4701904" y="37528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9"/>
          <p:cNvSpPr/>
          <p:nvPr/>
        </p:nvSpPr>
        <p:spPr>
          <a:xfrm rot="-7426355">
            <a:off x="-5557542" y="113283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9"/>
          <p:cNvSpPr txBox="1"/>
          <p:nvPr>
            <p:ph type="title"/>
          </p:nvPr>
        </p:nvSpPr>
        <p:spPr>
          <a:xfrm>
            <a:off x="723300" y="1383125"/>
            <a:ext cx="4510500" cy="92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0" name="Google Shape;90;p9"/>
          <p:cNvSpPr txBox="1"/>
          <p:nvPr>
            <p:ph idx="1" type="subTitle"/>
          </p:nvPr>
        </p:nvSpPr>
        <p:spPr>
          <a:xfrm>
            <a:off x="723300" y="2328475"/>
            <a:ext cx="4359900" cy="14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1" name="Google Shape;91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0"/>
          <p:cNvSpPr txBox="1"/>
          <p:nvPr>
            <p:ph type="title"/>
          </p:nvPr>
        </p:nvSpPr>
        <p:spPr>
          <a:xfrm>
            <a:off x="723300" y="1315950"/>
            <a:ext cx="2771700" cy="25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5" name="Google Shape;95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/>
          <p:nvPr/>
        </p:nvSpPr>
        <p:spPr>
          <a:xfrm rot="-10285629">
            <a:off x="5066449" y="-212437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1"/>
          <p:cNvSpPr/>
          <p:nvPr/>
        </p:nvSpPr>
        <p:spPr>
          <a:xfrm flipH="1">
            <a:off x="7942003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1"/>
          <p:cNvSpPr/>
          <p:nvPr/>
        </p:nvSpPr>
        <p:spPr>
          <a:xfrm rot="2839443">
            <a:off x="-308418" y="2442034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1"/>
          <p:cNvSpPr/>
          <p:nvPr/>
        </p:nvSpPr>
        <p:spPr>
          <a:xfrm rot="9405665">
            <a:off x="-4305365" y="1281181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"/>
          <p:cNvSpPr/>
          <p:nvPr/>
        </p:nvSpPr>
        <p:spPr>
          <a:xfrm rot="-1478505">
            <a:off x="-2334601" y="-1000036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/>
          <p:nvPr/>
        </p:nvSpPr>
        <p:spPr>
          <a:xfrm flipH="1" rot="9555841">
            <a:off x="7023452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"/>
          <p:cNvSpPr txBox="1"/>
          <p:nvPr>
            <p:ph hasCustomPrompt="1" type="title"/>
          </p:nvPr>
        </p:nvSpPr>
        <p:spPr>
          <a:xfrm>
            <a:off x="1248600" y="1528200"/>
            <a:ext cx="6646800" cy="153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1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4" name="Google Shape;104;p11"/>
          <p:cNvSpPr txBox="1"/>
          <p:nvPr>
            <p:ph idx="1" type="subTitle"/>
          </p:nvPr>
        </p:nvSpPr>
        <p:spPr>
          <a:xfrm>
            <a:off x="1248450" y="3114175"/>
            <a:ext cx="66468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05" name="Google Shape;10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0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 flipH="1" rot="-514371">
            <a:off x="4546199" y="581678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 rot="10800000">
            <a:off x="6590028" y="-183052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3"/>
          <p:cNvSpPr/>
          <p:nvPr/>
        </p:nvSpPr>
        <p:spPr>
          <a:xfrm rot="1051413">
            <a:off x="5372927" y="-597860"/>
            <a:ext cx="8200944" cy="301569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 rot="6697654">
            <a:off x="-3373442" y="-4867145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 flipH="1" rot="9986681">
            <a:off x="-4180552" y="1043048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3"/>
          <p:cNvSpPr txBox="1"/>
          <p:nvPr>
            <p:ph type="title"/>
          </p:nvPr>
        </p:nvSpPr>
        <p:spPr>
          <a:xfrm>
            <a:off x="3394963" y="1596925"/>
            <a:ext cx="38556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5" name="Google Shape;115;p13"/>
          <p:cNvSpPr txBox="1"/>
          <p:nvPr>
            <p:ph hasCustomPrompt="1" idx="2" type="title"/>
          </p:nvPr>
        </p:nvSpPr>
        <p:spPr>
          <a:xfrm>
            <a:off x="1893438" y="1677639"/>
            <a:ext cx="14982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/>
          <p:nvPr>
            <p:ph idx="1" type="subTitle"/>
          </p:nvPr>
        </p:nvSpPr>
        <p:spPr>
          <a:xfrm>
            <a:off x="3394963" y="3246489"/>
            <a:ext cx="27525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7" name="Google Shape;117;p13"/>
          <p:cNvSpPr/>
          <p:nvPr/>
        </p:nvSpPr>
        <p:spPr>
          <a:xfrm flipH="1" rot="10800000">
            <a:off x="779327" y="3478782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/>
          <p:nvPr/>
        </p:nvSpPr>
        <p:spPr>
          <a:xfrm rot="-10285629">
            <a:off x="4140874" y="-201512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 flipH="1">
            <a:off x="6818628" y="2586663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 flipH="1" rot="9748587">
            <a:off x="5601527" y="2021265"/>
            <a:ext cx="8200944" cy="301569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 flipH="1" rot="4102346">
            <a:off x="-2270967" y="3805847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 rot="813319">
            <a:off x="-3580677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"/>
          <p:cNvSpPr txBox="1"/>
          <p:nvPr>
            <p:ph type="title"/>
          </p:nvPr>
        </p:nvSpPr>
        <p:spPr>
          <a:xfrm>
            <a:off x="1549950" y="1929275"/>
            <a:ext cx="60441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6" name="Google Shape;126;p14"/>
          <p:cNvSpPr txBox="1"/>
          <p:nvPr>
            <p:ph hasCustomPrompt="1" idx="2" type="title"/>
          </p:nvPr>
        </p:nvSpPr>
        <p:spPr>
          <a:xfrm>
            <a:off x="3822900" y="845239"/>
            <a:ext cx="14982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7" name="Google Shape;127;p14"/>
          <p:cNvSpPr txBox="1"/>
          <p:nvPr>
            <p:ph idx="1" type="subTitle"/>
          </p:nvPr>
        </p:nvSpPr>
        <p:spPr>
          <a:xfrm>
            <a:off x="2414570" y="3578849"/>
            <a:ext cx="43149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28" name="Google Shape;128;p14"/>
          <p:cNvSpPr/>
          <p:nvPr/>
        </p:nvSpPr>
        <p:spPr>
          <a:xfrm>
            <a:off x="3065327" y="-42009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35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 rot="-10285629">
            <a:off x="4140874" y="-201512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 flipH="1">
            <a:off x="6818628" y="2586663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 flipH="1" rot="9748587">
            <a:off x="5601527" y="2021265"/>
            <a:ext cx="8200944" cy="301569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 flipH="1" rot="4102346">
            <a:off x="-2270967" y="3805847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 rot="813319">
            <a:off x="-3580677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"/>
          <p:cNvSpPr txBox="1"/>
          <p:nvPr>
            <p:ph type="title"/>
          </p:nvPr>
        </p:nvSpPr>
        <p:spPr>
          <a:xfrm>
            <a:off x="1309450" y="2081675"/>
            <a:ext cx="43149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7" name="Google Shape;137;p15"/>
          <p:cNvSpPr txBox="1"/>
          <p:nvPr>
            <p:ph hasCustomPrompt="1" idx="2" type="title"/>
          </p:nvPr>
        </p:nvSpPr>
        <p:spPr>
          <a:xfrm>
            <a:off x="6066050" y="691889"/>
            <a:ext cx="14982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8" name="Google Shape;138;p15"/>
          <p:cNvSpPr txBox="1"/>
          <p:nvPr>
            <p:ph idx="1" type="subTitle"/>
          </p:nvPr>
        </p:nvSpPr>
        <p:spPr>
          <a:xfrm>
            <a:off x="1309450" y="3731249"/>
            <a:ext cx="43149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39" name="Google Shape;139;p15"/>
          <p:cNvSpPr/>
          <p:nvPr/>
        </p:nvSpPr>
        <p:spPr>
          <a:xfrm>
            <a:off x="3065327" y="-42009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/>
          <p:nvPr/>
        </p:nvSpPr>
        <p:spPr>
          <a:xfrm flipH="1" rot="9339447">
            <a:off x="-5157706" y="2195120"/>
            <a:ext cx="7471555" cy="477173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1118566" y="1549193"/>
            <a:ext cx="1350837" cy="973145"/>
          </a:xfrm>
          <a:custGeom>
            <a:rect b="b" l="l" r="r" t="t"/>
            <a:pathLst>
              <a:path extrusionOk="0" h="13563" w="18827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 flipH="1">
            <a:off x="4816263" y="1549200"/>
            <a:ext cx="1350837" cy="973145"/>
          </a:xfrm>
          <a:custGeom>
            <a:rect b="b" l="l" r="r" t="t"/>
            <a:pathLst>
              <a:path extrusionOk="0" h="13563" w="18827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 flipH="1">
            <a:off x="6912085" y="1489537"/>
            <a:ext cx="1162249" cy="1032817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658862">
              <a:alpha val="13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3050700" y="1519363"/>
            <a:ext cx="1095097" cy="973144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 rot="-10285603">
            <a:off x="7150321" y="-22663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 rot="649785">
            <a:off x="6848027" y="-2440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658862">
              <a:alpha val="13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 rot="813319">
            <a:off x="-4299402" y="-47175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 rot="9089871">
            <a:off x="7049951" y="1893780"/>
            <a:ext cx="7826200" cy="287789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 rot="-576017">
            <a:off x="-4825529" y="-672274"/>
            <a:ext cx="7826074" cy="287784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 txBox="1"/>
          <p:nvPr>
            <p:ph type="title"/>
          </p:nvPr>
        </p:nvSpPr>
        <p:spPr>
          <a:xfrm>
            <a:off x="732775" y="2632300"/>
            <a:ext cx="1836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3" name="Google Shape;153;p16"/>
          <p:cNvSpPr txBox="1"/>
          <p:nvPr>
            <p:ph idx="1" type="subTitle"/>
          </p:nvPr>
        </p:nvSpPr>
        <p:spPr>
          <a:xfrm>
            <a:off x="732787" y="3511716"/>
            <a:ext cx="1836000" cy="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4" name="Google Shape;154;p16"/>
          <p:cNvSpPr txBox="1"/>
          <p:nvPr>
            <p:ph hasCustomPrompt="1" idx="2" type="title"/>
          </p:nvPr>
        </p:nvSpPr>
        <p:spPr>
          <a:xfrm>
            <a:off x="732776" y="1811839"/>
            <a:ext cx="18360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5" name="Google Shape;155;p16"/>
          <p:cNvSpPr txBox="1"/>
          <p:nvPr>
            <p:ph idx="3" type="title"/>
          </p:nvPr>
        </p:nvSpPr>
        <p:spPr>
          <a:xfrm>
            <a:off x="2680250" y="2632300"/>
            <a:ext cx="1836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6" name="Google Shape;156;p16"/>
          <p:cNvSpPr txBox="1"/>
          <p:nvPr>
            <p:ph idx="4" type="subTitle"/>
          </p:nvPr>
        </p:nvSpPr>
        <p:spPr>
          <a:xfrm>
            <a:off x="2680262" y="3511716"/>
            <a:ext cx="1836000" cy="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7" name="Google Shape;157;p16"/>
          <p:cNvSpPr txBox="1"/>
          <p:nvPr>
            <p:ph idx="5" type="title"/>
          </p:nvPr>
        </p:nvSpPr>
        <p:spPr>
          <a:xfrm>
            <a:off x="4627725" y="2632300"/>
            <a:ext cx="1836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8" name="Google Shape;158;p16"/>
          <p:cNvSpPr txBox="1"/>
          <p:nvPr>
            <p:ph idx="6" type="subTitle"/>
          </p:nvPr>
        </p:nvSpPr>
        <p:spPr>
          <a:xfrm>
            <a:off x="4627737" y="3511716"/>
            <a:ext cx="1836000" cy="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9" name="Google Shape;159;p16"/>
          <p:cNvSpPr txBox="1"/>
          <p:nvPr>
            <p:ph idx="7" type="title"/>
          </p:nvPr>
        </p:nvSpPr>
        <p:spPr>
          <a:xfrm>
            <a:off x="6575200" y="2632300"/>
            <a:ext cx="1836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0" name="Google Shape;160;p16"/>
          <p:cNvSpPr txBox="1"/>
          <p:nvPr>
            <p:ph idx="8" type="subTitle"/>
          </p:nvPr>
        </p:nvSpPr>
        <p:spPr>
          <a:xfrm>
            <a:off x="6575212" y="3511716"/>
            <a:ext cx="1836000" cy="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hasCustomPrompt="1" idx="9" type="title"/>
          </p:nvPr>
        </p:nvSpPr>
        <p:spPr>
          <a:xfrm>
            <a:off x="2680246" y="1811839"/>
            <a:ext cx="18360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" name="Google Shape;162;p16"/>
          <p:cNvSpPr txBox="1"/>
          <p:nvPr>
            <p:ph hasCustomPrompt="1" idx="13" type="title"/>
          </p:nvPr>
        </p:nvSpPr>
        <p:spPr>
          <a:xfrm>
            <a:off x="4627721" y="1811839"/>
            <a:ext cx="18360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3" name="Google Shape;163;p16"/>
          <p:cNvSpPr txBox="1"/>
          <p:nvPr>
            <p:ph hasCustomPrompt="1" idx="14" type="title"/>
          </p:nvPr>
        </p:nvSpPr>
        <p:spPr>
          <a:xfrm>
            <a:off x="6575196" y="1811839"/>
            <a:ext cx="18360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4" name="Google Shape;164;p16"/>
          <p:cNvSpPr txBox="1"/>
          <p:nvPr>
            <p:ph idx="15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5" name="Google Shape;16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7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/>
          <p:nvPr/>
        </p:nvSpPr>
        <p:spPr>
          <a:xfrm rot="-9339447">
            <a:off x="7118442" y="3216520"/>
            <a:ext cx="7471555" cy="477173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 flipH="1" rot="10285603">
            <a:off x="-6088365" y="-16178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 flipH="1" rot="-649785">
            <a:off x="-1251909" y="-487200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658862">
              <a:alpha val="13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 flipH="1" rot="-813319">
            <a:off x="7653159" y="-3566398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 flipH="1" rot="-9989847">
            <a:off x="-4910832" y="2960605"/>
            <a:ext cx="7826215" cy="2877900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 flipH="1" rot="-323977">
            <a:off x="6050295" y="-977077"/>
            <a:ext cx="7826148" cy="2877876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1987675" y="1412700"/>
            <a:ext cx="2430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4" name="Google Shape;174;p17"/>
          <p:cNvSpPr txBox="1"/>
          <p:nvPr>
            <p:ph idx="1" type="subTitle"/>
          </p:nvPr>
        </p:nvSpPr>
        <p:spPr>
          <a:xfrm>
            <a:off x="1987700" y="2292125"/>
            <a:ext cx="24300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hasCustomPrompt="1" idx="2" type="title"/>
          </p:nvPr>
        </p:nvSpPr>
        <p:spPr>
          <a:xfrm>
            <a:off x="845800" y="1888050"/>
            <a:ext cx="812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6" name="Google Shape;176;p17"/>
          <p:cNvSpPr txBox="1"/>
          <p:nvPr>
            <p:ph idx="3" type="title"/>
          </p:nvPr>
        </p:nvSpPr>
        <p:spPr>
          <a:xfrm>
            <a:off x="1928100" y="3162748"/>
            <a:ext cx="2430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7" name="Google Shape;177;p17"/>
          <p:cNvSpPr txBox="1"/>
          <p:nvPr>
            <p:ph idx="4" type="subTitle"/>
          </p:nvPr>
        </p:nvSpPr>
        <p:spPr>
          <a:xfrm>
            <a:off x="1928125" y="4042172"/>
            <a:ext cx="24300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5" type="title"/>
          </p:nvPr>
        </p:nvSpPr>
        <p:spPr>
          <a:xfrm>
            <a:off x="6000750" y="1412688"/>
            <a:ext cx="2430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9" name="Google Shape;179;p17"/>
          <p:cNvSpPr txBox="1"/>
          <p:nvPr>
            <p:ph idx="6" type="subTitle"/>
          </p:nvPr>
        </p:nvSpPr>
        <p:spPr>
          <a:xfrm>
            <a:off x="6000775" y="2292102"/>
            <a:ext cx="24300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7" type="title"/>
          </p:nvPr>
        </p:nvSpPr>
        <p:spPr>
          <a:xfrm>
            <a:off x="5981196" y="3162738"/>
            <a:ext cx="2430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1" name="Google Shape;181;p17"/>
          <p:cNvSpPr txBox="1"/>
          <p:nvPr>
            <p:ph idx="8" type="subTitle"/>
          </p:nvPr>
        </p:nvSpPr>
        <p:spPr>
          <a:xfrm>
            <a:off x="5981200" y="4042161"/>
            <a:ext cx="2430000" cy="6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hasCustomPrompt="1" idx="9" type="title"/>
          </p:nvPr>
        </p:nvSpPr>
        <p:spPr>
          <a:xfrm>
            <a:off x="845798" y="3644250"/>
            <a:ext cx="812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3" name="Google Shape;183;p17"/>
          <p:cNvSpPr txBox="1"/>
          <p:nvPr>
            <p:ph hasCustomPrompt="1" idx="13" type="title"/>
          </p:nvPr>
        </p:nvSpPr>
        <p:spPr>
          <a:xfrm>
            <a:off x="4895098" y="1888050"/>
            <a:ext cx="812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4" name="Google Shape;184;p17"/>
          <p:cNvSpPr txBox="1"/>
          <p:nvPr>
            <p:ph hasCustomPrompt="1" idx="14" type="title"/>
          </p:nvPr>
        </p:nvSpPr>
        <p:spPr>
          <a:xfrm>
            <a:off x="4895098" y="3644250"/>
            <a:ext cx="812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5" name="Google Shape;185;p17"/>
          <p:cNvSpPr txBox="1"/>
          <p:nvPr>
            <p:ph idx="15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6" name="Google Shape;186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type="title"/>
          </p:nvPr>
        </p:nvSpPr>
        <p:spPr>
          <a:xfrm>
            <a:off x="723300" y="3402013"/>
            <a:ext cx="38487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9" name="Google Shape;189;p18"/>
          <p:cNvSpPr txBox="1"/>
          <p:nvPr>
            <p:ph idx="1" type="subTitle"/>
          </p:nvPr>
        </p:nvSpPr>
        <p:spPr>
          <a:xfrm>
            <a:off x="723350" y="822500"/>
            <a:ext cx="4902000" cy="207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0" name="Google Shape;190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32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/>
          <p:nvPr/>
        </p:nvSpPr>
        <p:spPr>
          <a:xfrm flipH="1" rot="-7269862">
            <a:off x="1986429" y="-4605738"/>
            <a:ext cx="7471639" cy="4771786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 rot="-10558870">
            <a:off x="5522782" y="-185325"/>
            <a:ext cx="6402110" cy="5689154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 rot="6189239">
            <a:off x="4325710" y="1085979"/>
            <a:ext cx="7825966" cy="2877809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 rot="514371">
            <a:off x="-5180633" y="-979678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 rot="2141143">
            <a:off x="-1290068" y="-2916503"/>
            <a:ext cx="5766686" cy="368291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 rot="10800000">
            <a:off x="-126965" y="3402013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 rot="-7948588">
            <a:off x="-5205140" y="1519073"/>
            <a:ext cx="8200910" cy="3015686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064826" y="3261285"/>
            <a:ext cx="50145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0" name="Google Shape;200;p19"/>
          <p:cNvSpPr txBox="1"/>
          <p:nvPr>
            <p:ph idx="1" type="subTitle"/>
          </p:nvPr>
        </p:nvSpPr>
        <p:spPr>
          <a:xfrm>
            <a:off x="1378650" y="1348062"/>
            <a:ext cx="6386700" cy="141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1" name="Google Shape;201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6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/>
          <p:nvPr/>
        </p:nvSpPr>
        <p:spPr>
          <a:xfrm rot="-3394465">
            <a:off x="-2929870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 flipH="1">
            <a:off x="-4081962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 flipH="1" rot="-3952094">
            <a:off x="-3954406" y="-32116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 rot="649760">
            <a:off x="-3199069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 flipH="1" rot="-813319">
            <a:off x="4926200" y="-30743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 flipH="1" rot="10285603">
            <a:off x="6080701" y="37528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 flipH="1" rot="7426355">
            <a:off x="6582052" y="113283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1" name="Google Shape;21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6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/>
          <p:nvPr/>
        </p:nvSpPr>
        <p:spPr>
          <a:xfrm rot="-3394465">
            <a:off x="-3638445" y="4611893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 flipH="1">
            <a:off x="-5015862" y="-4052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 flipH="1" rot="-3052073">
            <a:off x="-4888312" y="1110880"/>
            <a:ext cx="7826119" cy="287786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 rot="649760">
            <a:off x="-4262669" y="1892117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 flipH="1" rot="-813319">
            <a:off x="4754300" y="-2305086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 flipH="1" rot="10285603">
            <a:off x="4790126" y="3666917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 flipH="1" rot="4726292">
            <a:off x="5414633" y="2626082"/>
            <a:ext cx="7826019" cy="287782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1" name="Google Shape;221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3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4" name="Google Shape;224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5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/>
          <p:nvPr/>
        </p:nvSpPr>
        <p:spPr>
          <a:xfrm rot="-10285629">
            <a:off x="5066449" y="-212437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3"/>
          <p:cNvSpPr/>
          <p:nvPr/>
        </p:nvSpPr>
        <p:spPr>
          <a:xfrm flipH="1">
            <a:off x="7942003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 rot="2839443">
            <a:off x="-308418" y="2442034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 rot="9405665">
            <a:off x="-4305365" y="1281181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 rot="-1478505">
            <a:off x="-2334601" y="-1000036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 flipH="1" rot="9555841">
            <a:off x="7023452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"/>
          <p:cNvSpPr txBox="1"/>
          <p:nvPr>
            <p:ph type="title"/>
          </p:nvPr>
        </p:nvSpPr>
        <p:spPr>
          <a:xfrm>
            <a:off x="1749775" y="1339400"/>
            <a:ext cx="5644500" cy="153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3" name="Google Shape;233;p23"/>
          <p:cNvSpPr txBox="1"/>
          <p:nvPr>
            <p:ph idx="1" type="subTitle"/>
          </p:nvPr>
        </p:nvSpPr>
        <p:spPr>
          <a:xfrm>
            <a:off x="2153800" y="2874400"/>
            <a:ext cx="4836900" cy="9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4" name="Google Shape;23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3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/>
          <p:nvPr/>
        </p:nvSpPr>
        <p:spPr>
          <a:xfrm flipH="1" rot="4102360">
            <a:off x="-2758583" y="4129685"/>
            <a:ext cx="7471578" cy="47717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/>
          <p:nvPr/>
        </p:nvSpPr>
        <p:spPr>
          <a:xfrm rot="813319">
            <a:off x="-4313552" y="-17370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4"/>
          <p:cNvSpPr txBox="1"/>
          <p:nvPr>
            <p:ph idx="1" type="subTitle"/>
          </p:nvPr>
        </p:nvSpPr>
        <p:spPr>
          <a:xfrm>
            <a:off x="723300" y="3021075"/>
            <a:ext cx="33942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 flipH="1">
            <a:off x="719825" y="986925"/>
            <a:ext cx="2888400" cy="19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0" name="Google Shape;240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/>
          <p:nvPr/>
        </p:nvSpPr>
        <p:spPr>
          <a:xfrm rot="-10285629">
            <a:off x="4140874" y="-201512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5"/>
          <p:cNvSpPr/>
          <p:nvPr/>
        </p:nvSpPr>
        <p:spPr>
          <a:xfrm flipH="1" rot="4102346">
            <a:off x="-2270967" y="3805847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5"/>
          <p:cNvSpPr/>
          <p:nvPr/>
        </p:nvSpPr>
        <p:spPr>
          <a:xfrm rot="813319">
            <a:off x="-3580677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5"/>
          <p:cNvSpPr/>
          <p:nvPr/>
        </p:nvSpPr>
        <p:spPr>
          <a:xfrm>
            <a:off x="3065327" y="-42009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"/>
          <p:cNvSpPr txBox="1"/>
          <p:nvPr>
            <p:ph idx="1" type="subTitle"/>
          </p:nvPr>
        </p:nvSpPr>
        <p:spPr>
          <a:xfrm>
            <a:off x="723300" y="2291463"/>
            <a:ext cx="3035100" cy="13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47" name="Google Shape;247;p25"/>
          <p:cNvSpPr txBox="1"/>
          <p:nvPr>
            <p:ph type="title"/>
          </p:nvPr>
        </p:nvSpPr>
        <p:spPr>
          <a:xfrm flipH="1">
            <a:off x="719825" y="1463638"/>
            <a:ext cx="30351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8" name="Google Shape;248;p25"/>
          <p:cNvSpPr/>
          <p:nvPr/>
        </p:nvSpPr>
        <p:spPr>
          <a:xfrm flipH="1" rot="-649760">
            <a:off x="-3395808" y="4514617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8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 rot="-3394465">
            <a:off x="-4398774" y="4211443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6"/>
          <p:cNvSpPr/>
          <p:nvPr/>
        </p:nvSpPr>
        <p:spPr>
          <a:xfrm flipH="1">
            <a:off x="-5015841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6"/>
          <p:cNvSpPr/>
          <p:nvPr/>
        </p:nvSpPr>
        <p:spPr>
          <a:xfrm flipH="1" rot="-3952094">
            <a:off x="-4776410" y="665034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6"/>
          <p:cNvSpPr/>
          <p:nvPr/>
        </p:nvSpPr>
        <p:spPr>
          <a:xfrm rot="649760">
            <a:off x="-4213998" y="535117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6"/>
          <p:cNvSpPr/>
          <p:nvPr/>
        </p:nvSpPr>
        <p:spPr>
          <a:xfrm flipH="1" rot="-813319">
            <a:off x="4527346" y="-3414798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6"/>
          <p:cNvSpPr/>
          <p:nvPr/>
        </p:nvSpPr>
        <p:spPr>
          <a:xfrm flipH="1" rot="10285603">
            <a:off x="4806347" y="33637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6"/>
          <p:cNvSpPr/>
          <p:nvPr/>
        </p:nvSpPr>
        <p:spPr>
          <a:xfrm flipH="1" rot="5626330">
            <a:off x="3918525" y="675664"/>
            <a:ext cx="7826010" cy="287782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1514900" y="1868725"/>
            <a:ext cx="3850500" cy="23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2385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indent="-32385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indent="-3302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indent="-3302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indent="-31115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indent="-31115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indent="-3302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/>
        </p:txBody>
      </p:sp>
      <p:sp>
        <p:nvSpPr>
          <p:cNvPr id="259" name="Google Shape;259;p26"/>
          <p:cNvSpPr txBox="1"/>
          <p:nvPr>
            <p:ph type="title"/>
          </p:nvPr>
        </p:nvSpPr>
        <p:spPr>
          <a:xfrm>
            <a:off x="1514900" y="922175"/>
            <a:ext cx="48123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0" name="Google Shape;260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3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"/>
          <p:cNvSpPr/>
          <p:nvPr/>
        </p:nvSpPr>
        <p:spPr>
          <a:xfrm flipH="1" rot="7585667">
            <a:off x="-5466599" y="794591"/>
            <a:ext cx="9471614" cy="6049076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7"/>
          <p:cNvSpPr/>
          <p:nvPr/>
        </p:nvSpPr>
        <p:spPr>
          <a:xfrm rot="-5902333">
            <a:off x="3975367" y="2957142"/>
            <a:ext cx="9416513" cy="6013886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7"/>
          <p:cNvSpPr/>
          <p:nvPr/>
        </p:nvSpPr>
        <p:spPr>
          <a:xfrm flipH="1" rot="-2613329">
            <a:off x="5160201" y="-3949042"/>
            <a:ext cx="6402056" cy="5689105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7"/>
          <p:cNvSpPr/>
          <p:nvPr/>
        </p:nvSpPr>
        <p:spPr>
          <a:xfrm flipH="1" rot="-2700000">
            <a:off x="-4428810" y="-2266646"/>
            <a:ext cx="7065482" cy="539636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7"/>
          <p:cNvSpPr txBox="1"/>
          <p:nvPr>
            <p:ph idx="1" type="subTitle"/>
          </p:nvPr>
        </p:nvSpPr>
        <p:spPr>
          <a:xfrm>
            <a:off x="4959025" y="2291463"/>
            <a:ext cx="3035100" cy="13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67" name="Google Shape;267;p27"/>
          <p:cNvSpPr txBox="1"/>
          <p:nvPr>
            <p:ph type="title"/>
          </p:nvPr>
        </p:nvSpPr>
        <p:spPr>
          <a:xfrm flipH="1">
            <a:off x="4955550" y="1463638"/>
            <a:ext cx="30351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8" name="Google Shape;268;p27"/>
          <p:cNvSpPr/>
          <p:nvPr/>
        </p:nvSpPr>
        <p:spPr>
          <a:xfrm rot="-1150203">
            <a:off x="7474328" y="896864"/>
            <a:ext cx="4974547" cy="149039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25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/>
          <p:nvPr>
            <p:ph idx="1" type="subTitle"/>
          </p:nvPr>
        </p:nvSpPr>
        <p:spPr>
          <a:xfrm>
            <a:off x="4349577" y="2925675"/>
            <a:ext cx="40812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72" name="Google Shape;272;p28"/>
          <p:cNvSpPr txBox="1"/>
          <p:nvPr>
            <p:ph type="title"/>
          </p:nvPr>
        </p:nvSpPr>
        <p:spPr>
          <a:xfrm flipH="1">
            <a:off x="4349575" y="1266675"/>
            <a:ext cx="4081200" cy="154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3" name="Google Shape;273;p28"/>
          <p:cNvSpPr/>
          <p:nvPr/>
        </p:nvSpPr>
        <p:spPr>
          <a:xfrm flipH="1" rot="4102360">
            <a:off x="4431017" y="3716310"/>
            <a:ext cx="7471578" cy="47717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8"/>
          <p:cNvSpPr/>
          <p:nvPr/>
        </p:nvSpPr>
        <p:spPr>
          <a:xfrm rot="813319">
            <a:off x="4927123" y="-2579698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28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/>
          <p:nvPr/>
        </p:nvSpPr>
        <p:spPr>
          <a:xfrm rot="3214333">
            <a:off x="-5499024" y="-2387504"/>
            <a:ext cx="9471614" cy="6049076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9"/>
          <p:cNvSpPr/>
          <p:nvPr/>
        </p:nvSpPr>
        <p:spPr>
          <a:xfrm flipH="1" rot="-4897667">
            <a:off x="4234767" y="-2245089"/>
            <a:ext cx="9416513" cy="6013886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/>
          <p:nvPr/>
        </p:nvSpPr>
        <p:spPr>
          <a:xfrm rot="-8186671">
            <a:off x="3376801" y="4110400"/>
            <a:ext cx="6402056" cy="5689105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9"/>
          <p:cNvSpPr/>
          <p:nvPr/>
        </p:nvSpPr>
        <p:spPr>
          <a:xfrm rot="-8100000">
            <a:off x="-4461235" y="1326447"/>
            <a:ext cx="7065482" cy="539636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" type="subTitle"/>
          </p:nvPr>
        </p:nvSpPr>
        <p:spPr>
          <a:xfrm>
            <a:off x="1536900" y="2291463"/>
            <a:ext cx="3035100" cy="13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82" name="Google Shape;282;p29"/>
          <p:cNvSpPr/>
          <p:nvPr/>
        </p:nvSpPr>
        <p:spPr>
          <a:xfrm flipH="1" rot="-9649797">
            <a:off x="6371853" y="4455308"/>
            <a:ext cx="4974547" cy="149039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9"/>
          <p:cNvSpPr txBox="1"/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4" name="Google Shape;284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38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/>
          <p:nvPr/>
        </p:nvSpPr>
        <p:spPr>
          <a:xfrm flipH="1" rot="3394465">
            <a:off x="3077084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0"/>
          <p:cNvSpPr/>
          <p:nvPr/>
        </p:nvSpPr>
        <p:spPr>
          <a:xfrm>
            <a:off x="5867027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0"/>
          <p:cNvSpPr/>
          <p:nvPr/>
        </p:nvSpPr>
        <p:spPr>
          <a:xfrm rot="3952094">
            <a:off x="4681686" y="-32116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0"/>
          <p:cNvSpPr/>
          <p:nvPr/>
        </p:nvSpPr>
        <p:spPr>
          <a:xfrm flipH="1" rot="-649760">
            <a:off x="7075142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0"/>
          <p:cNvSpPr/>
          <p:nvPr/>
        </p:nvSpPr>
        <p:spPr>
          <a:xfrm rot="813319">
            <a:off x="-2477752" y="-30743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0"/>
          <p:cNvSpPr/>
          <p:nvPr/>
        </p:nvSpPr>
        <p:spPr>
          <a:xfrm rot="-10285603">
            <a:off x="-4701904" y="37528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0"/>
          <p:cNvSpPr/>
          <p:nvPr/>
        </p:nvSpPr>
        <p:spPr>
          <a:xfrm rot="-7426355">
            <a:off x="-4666092" y="113283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4" name="Google Shape;294;p30"/>
          <p:cNvSpPr txBox="1"/>
          <p:nvPr>
            <p:ph idx="1" type="body"/>
          </p:nvPr>
        </p:nvSpPr>
        <p:spPr>
          <a:xfrm>
            <a:off x="1545450" y="1330100"/>
            <a:ext cx="60531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95" name="Google Shape;295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/>
          <p:cNvSpPr/>
          <p:nvPr/>
        </p:nvSpPr>
        <p:spPr>
          <a:xfrm flipH="1" rot="-859945">
            <a:off x="5665328" y="3096461"/>
            <a:ext cx="4772748" cy="4241345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1"/>
          <p:cNvSpPr/>
          <p:nvPr/>
        </p:nvSpPr>
        <p:spPr>
          <a:xfrm>
            <a:off x="-4528356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1"/>
          <p:cNvSpPr/>
          <p:nvPr/>
        </p:nvSpPr>
        <p:spPr>
          <a:xfrm flipH="1" rot="-9405665">
            <a:off x="6846081" y="1281156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1"/>
          <p:cNvSpPr/>
          <p:nvPr/>
        </p:nvSpPr>
        <p:spPr>
          <a:xfrm flipH="1" rot="1478505">
            <a:off x="1794833" y="-2111786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1"/>
          <p:cNvSpPr/>
          <p:nvPr/>
        </p:nvSpPr>
        <p:spPr>
          <a:xfrm flipH="1" rot="9524149">
            <a:off x="-6659422" y="-2925302"/>
            <a:ext cx="9471569" cy="60490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1"/>
          <p:cNvSpPr/>
          <p:nvPr/>
        </p:nvSpPr>
        <p:spPr>
          <a:xfrm rot="-9555841">
            <a:off x="-6785773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1"/>
          <p:cNvSpPr txBox="1"/>
          <p:nvPr>
            <p:ph type="title"/>
          </p:nvPr>
        </p:nvSpPr>
        <p:spPr>
          <a:xfrm>
            <a:off x="1699900" y="2520537"/>
            <a:ext cx="27369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4" name="Google Shape;304;p31"/>
          <p:cNvSpPr txBox="1"/>
          <p:nvPr>
            <p:ph idx="1" type="subTitle"/>
          </p:nvPr>
        </p:nvSpPr>
        <p:spPr>
          <a:xfrm>
            <a:off x="1699975" y="3065348"/>
            <a:ext cx="27369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05" name="Google Shape;305;p31"/>
          <p:cNvSpPr txBox="1"/>
          <p:nvPr>
            <p:ph idx="2" type="title"/>
          </p:nvPr>
        </p:nvSpPr>
        <p:spPr>
          <a:xfrm>
            <a:off x="4707338" y="2520537"/>
            <a:ext cx="27366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6" name="Google Shape;306;p31"/>
          <p:cNvSpPr txBox="1"/>
          <p:nvPr>
            <p:ph idx="3" type="subTitle"/>
          </p:nvPr>
        </p:nvSpPr>
        <p:spPr>
          <a:xfrm>
            <a:off x="4707501" y="3065348"/>
            <a:ext cx="27366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07" name="Google Shape;307;p31"/>
          <p:cNvSpPr txBox="1"/>
          <p:nvPr>
            <p:ph idx="4"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8" name="Google Shape;308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9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2"/>
          <p:cNvSpPr txBox="1"/>
          <p:nvPr>
            <p:ph type="title"/>
          </p:nvPr>
        </p:nvSpPr>
        <p:spPr>
          <a:xfrm flipH="1">
            <a:off x="720000" y="438912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1" name="Google Shape;311;p32"/>
          <p:cNvSpPr txBox="1"/>
          <p:nvPr>
            <p:ph idx="2" type="title"/>
          </p:nvPr>
        </p:nvSpPr>
        <p:spPr>
          <a:xfrm>
            <a:off x="4572012" y="3186751"/>
            <a:ext cx="23253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2" name="Google Shape;312;p32"/>
          <p:cNvSpPr txBox="1"/>
          <p:nvPr>
            <p:ph idx="1" type="subTitle"/>
          </p:nvPr>
        </p:nvSpPr>
        <p:spPr>
          <a:xfrm>
            <a:off x="4572037" y="3694826"/>
            <a:ext cx="2325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3" name="Google Shape;313;p32"/>
          <p:cNvSpPr txBox="1"/>
          <p:nvPr>
            <p:ph idx="3" type="title"/>
          </p:nvPr>
        </p:nvSpPr>
        <p:spPr>
          <a:xfrm>
            <a:off x="4572000" y="1747851"/>
            <a:ext cx="23253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4" name="Google Shape;314;p32"/>
          <p:cNvSpPr txBox="1"/>
          <p:nvPr>
            <p:ph idx="4" type="subTitle"/>
          </p:nvPr>
        </p:nvSpPr>
        <p:spPr>
          <a:xfrm>
            <a:off x="4572025" y="2255926"/>
            <a:ext cx="23253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5" name="Google Shape;315;p32"/>
          <p:cNvSpPr/>
          <p:nvPr/>
        </p:nvSpPr>
        <p:spPr>
          <a:xfrm flipH="1" rot="-813319">
            <a:off x="7030742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3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3"/>
          <p:cNvSpPr/>
          <p:nvPr/>
        </p:nvSpPr>
        <p:spPr>
          <a:xfrm rot="-9940055">
            <a:off x="6313853" y="-2245551"/>
            <a:ext cx="4772748" cy="4241345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3"/>
          <p:cNvSpPr/>
          <p:nvPr/>
        </p:nvSpPr>
        <p:spPr>
          <a:xfrm flipH="1" rot="10800000">
            <a:off x="-4512131" y="0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3"/>
          <p:cNvSpPr/>
          <p:nvPr/>
        </p:nvSpPr>
        <p:spPr>
          <a:xfrm rot="405705">
            <a:off x="6781192" y="537430"/>
            <a:ext cx="7309974" cy="6849668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3"/>
          <p:cNvSpPr/>
          <p:nvPr/>
        </p:nvSpPr>
        <p:spPr>
          <a:xfrm rot="10221505">
            <a:off x="2162666" y="4072255"/>
            <a:ext cx="7826058" cy="2877843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3"/>
          <p:cNvSpPr/>
          <p:nvPr/>
        </p:nvSpPr>
        <p:spPr>
          <a:xfrm rot="1275851">
            <a:off x="-7113372" y="1815710"/>
            <a:ext cx="9471569" cy="60490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3"/>
          <p:cNvSpPr/>
          <p:nvPr/>
        </p:nvSpPr>
        <p:spPr>
          <a:xfrm flipH="1" rot="-1244159">
            <a:off x="-7039848" y="-79298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3"/>
          <p:cNvSpPr txBox="1"/>
          <p:nvPr>
            <p:ph type="title"/>
          </p:nvPr>
        </p:nvSpPr>
        <p:spPr>
          <a:xfrm>
            <a:off x="2014775" y="1710525"/>
            <a:ext cx="51141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5" name="Google Shape;325;p33"/>
          <p:cNvSpPr txBox="1"/>
          <p:nvPr>
            <p:ph idx="1" type="subTitle"/>
          </p:nvPr>
        </p:nvSpPr>
        <p:spPr>
          <a:xfrm>
            <a:off x="2014925" y="2255348"/>
            <a:ext cx="51141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6" name="Google Shape;326;p33"/>
          <p:cNvSpPr txBox="1"/>
          <p:nvPr>
            <p:ph idx="2" type="title"/>
          </p:nvPr>
        </p:nvSpPr>
        <p:spPr>
          <a:xfrm>
            <a:off x="2014780" y="3258850"/>
            <a:ext cx="51138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7" name="Google Shape;327;p33"/>
          <p:cNvSpPr txBox="1"/>
          <p:nvPr>
            <p:ph idx="3" type="subTitle"/>
          </p:nvPr>
        </p:nvSpPr>
        <p:spPr>
          <a:xfrm>
            <a:off x="2015075" y="3803672"/>
            <a:ext cx="51138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8" name="Google Shape;328;p33"/>
          <p:cNvSpPr txBox="1"/>
          <p:nvPr>
            <p:ph idx="4"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9" name="Google Shape;329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4"/>
          <p:cNvSpPr/>
          <p:nvPr/>
        </p:nvSpPr>
        <p:spPr>
          <a:xfrm rot="-10285629">
            <a:off x="6057524" y="-212437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4"/>
          <p:cNvSpPr/>
          <p:nvPr/>
        </p:nvSpPr>
        <p:spPr>
          <a:xfrm flipH="1">
            <a:off x="7942003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4"/>
          <p:cNvSpPr/>
          <p:nvPr/>
        </p:nvSpPr>
        <p:spPr>
          <a:xfrm rot="2839443">
            <a:off x="-308418" y="2442034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4"/>
          <p:cNvSpPr/>
          <p:nvPr/>
        </p:nvSpPr>
        <p:spPr>
          <a:xfrm rot="9405665">
            <a:off x="-4880740" y="1281181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4"/>
          <p:cNvSpPr/>
          <p:nvPr/>
        </p:nvSpPr>
        <p:spPr>
          <a:xfrm rot="-1478505">
            <a:off x="-2334601" y="-1000036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4"/>
          <p:cNvSpPr/>
          <p:nvPr/>
        </p:nvSpPr>
        <p:spPr>
          <a:xfrm flipH="1" rot="9555841">
            <a:off x="7801702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4"/>
          <p:cNvSpPr txBox="1"/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8" name="Google Shape;338;p34"/>
          <p:cNvSpPr txBox="1"/>
          <p:nvPr>
            <p:ph idx="2" type="title"/>
          </p:nvPr>
        </p:nvSpPr>
        <p:spPr>
          <a:xfrm>
            <a:off x="1164025" y="16175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9" name="Google Shape;339;p34"/>
          <p:cNvSpPr txBox="1"/>
          <p:nvPr>
            <p:ph idx="1" type="subTitle"/>
          </p:nvPr>
        </p:nvSpPr>
        <p:spPr>
          <a:xfrm>
            <a:off x="1164075" y="21519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40" name="Google Shape;340;p34"/>
          <p:cNvSpPr txBox="1"/>
          <p:nvPr>
            <p:ph idx="3" type="title"/>
          </p:nvPr>
        </p:nvSpPr>
        <p:spPr>
          <a:xfrm>
            <a:off x="3549063" y="16175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41" name="Google Shape;341;p34"/>
          <p:cNvSpPr txBox="1"/>
          <p:nvPr>
            <p:ph idx="4" type="subTitle"/>
          </p:nvPr>
        </p:nvSpPr>
        <p:spPr>
          <a:xfrm>
            <a:off x="3549150" y="21519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42" name="Google Shape;342;p34"/>
          <p:cNvSpPr txBox="1"/>
          <p:nvPr>
            <p:ph idx="5" type="title"/>
          </p:nvPr>
        </p:nvSpPr>
        <p:spPr>
          <a:xfrm>
            <a:off x="5934100" y="16175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43" name="Google Shape;343;p34"/>
          <p:cNvSpPr txBox="1"/>
          <p:nvPr>
            <p:ph idx="6" type="subTitle"/>
          </p:nvPr>
        </p:nvSpPr>
        <p:spPr>
          <a:xfrm>
            <a:off x="5934225" y="21519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44" name="Google Shape;344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22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5"/>
          <p:cNvSpPr/>
          <p:nvPr/>
        </p:nvSpPr>
        <p:spPr>
          <a:xfrm flipH="1" rot="10285629">
            <a:off x="-7063092" y="-2367548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5"/>
          <p:cNvSpPr/>
          <p:nvPr/>
        </p:nvSpPr>
        <p:spPr>
          <a:xfrm>
            <a:off x="-4432130" y="168593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5"/>
          <p:cNvSpPr/>
          <p:nvPr/>
        </p:nvSpPr>
        <p:spPr>
          <a:xfrm flipH="1" rot="-2839443">
            <a:off x="2550622" y="3252659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5"/>
          <p:cNvSpPr/>
          <p:nvPr/>
        </p:nvSpPr>
        <p:spPr>
          <a:xfrm flipH="1" rot="-10305679">
            <a:off x="6458116" y="671626"/>
            <a:ext cx="7310080" cy="6849767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5"/>
          <p:cNvSpPr/>
          <p:nvPr/>
        </p:nvSpPr>
        <p:spPr>
          <a:xfrm flipH="1" rot="1478505">
            <a:off x="3777012" y="-1076247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5"/>
          <p:cNvSpPr/>
          <p:nvPr/>
        </p:nvSpPr>
        <p:spPr>
          <a:xfrm rot="-9555841">
            <a:off x="-6505500" y="24943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5"/>
          <p:cNvSpPr txBox="1"/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3" name="Google Shape;353;p35"/>
          <p:cNvSpPr txBox="1"/>
          <p:nvPr>
            <p:ph idx="2" type="title"/>
          </p:nvPr>
        </p:nvSpPr>
        <p:spPr>
          <a:xfrm>
            <a:off x="1164025" y="29129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54" name="Google Shape;354;p35"/>
          <p:cNvSpPr txBox="1"/>
          <p:nvPr>
            <p:ph idx="1" type="subTitle"/>
          </p:nvPr>
        </p:nvSpPr>
        <p:spPr>
          <a:xfrm>
            <a:off x="1164075" y="34473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55" name="Google Shape;355;p35"/>
          <p:cNvSpPr txBox="1"/>
          <p:nvPr>
            <p:ph idx="3" type="title"/>
          </p:nvPr>
        </p:nvSpPr>
        <p:spPr>
          <a:xfrm>
            <a:off x="3549063" y="23795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56" name="Google Shape;356;p35"/>
          <p:cNvSpPr txBox="1"/>
          <p:nvPr>
            <p:ph idx="4" type="subTitle"/>
          </p:nvPr>
        </p:nvSpPr>
        <p:spPr>
          <a:xfrm>
            <a:off x="3549150" y="29139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57" name="Google Shape;357;p35"/>
          <p:cNvSpPr txBox="1"/>
          <p:nvPr>
            <p:ph idx="5" type="title"/>
          </p:nvPr>
        </p:nvSpPr>
        <p:spPr>
          <a:xfrm>
            <a:off x="5934100" y="2912975"/>
            <a:ext cx="2045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58" name="Google Shape;358;p35"/>
          <p:cNvSpPr txBox="1"/>
          <p:nvPr>
            <p:ph idx="6" type="subTitle"/>
          </p:nvPr>
        </p:nvSpPr>
        <p:spPr>
          <a:xfrm>
            <a:off x="5934225" y="3447359"/>
            <a:ext cx="20457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34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6"/>
          <p:cNvSpPr txBox="1"/>
          <p:nvPr>
            <p:ph type="title"/>
          </p:nvPr>
        </p:nvSpPr>
        <p:spPr>
          <a:xfrm>
            <a:off x="2077025" y="1518376"/>
            <a:ext cx="18150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2" name="Google Shape;362;p36"/>
          <p:cNvSpPr txBox="1"/>
          <p:nvPr>
            <p:ph idx="1" type="subTitle"/>
          </p:nvPr>
        </p:nvSpPr>
        <p:spPr>
          <a:xfrm>
            <a:off x="2077175" y="2063201"/>
            <a:ext cx="59091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63" name="Google Shape;363;p36"/>
          <p:cNvSpPr txBox="1"/>
          <p:nvPr>
            <p:ph idx="2" type="title"/>
          </p:nvPr>
        </p:nvSpPr>
        <p:spPr>
          <a:xfrm>
            <a:off x="2077027" y="2577126"/>
            <a:ext cx="18150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4" name="Google Shape;364;p36"/>
          <p:cNvSpPr txBox="1"/>
          <p:nvPr>
            <p:ph idx="3" type="subTitle"/>
          </p:nvPr>
        </p:nvSpPr>
        <p:spPr>
          <a:xfrm>
            <a:off x="2077350" y="3121951"/>
            <a:ext cx="59088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65" name="Google Shape;365;p36"/>
          <p:cNvSpPr txBox="1"/>
          <p:nvPr>
            <p:ph idx="4"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6" name="Google Shape;366;p36"/>
          <p:cNvSpPr/>
          <p:nvPr/>
        </p:nvSpPr>
        <p:spPr>
          <a:xfrm flipH="1" rot="10285629">
            <a:off x="-6531342" y="-2121798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6"/>
          <p:cNvSpPr/>
          <p:nvPr/>
        </p:nvSpPr>
        <p:spPr>
          <a:xfrm>
            <a:off x="-4516430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6"/>
          <p:cNvSpPr/>
          <p:nvPr/>
        </p:nvSpPr>
        <p:spPr>
          <a:xfrm flipH="1" rot="-2839443">
            <a:off x="877472" y="3220259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6"/>
          <p:cNvSpPr/>
          <p:nvPr/>
        </p:nvSpPr>
        <p:spPr>
          <a:xfrm flipH="1" rot="-10305679">
            <a:off x="6411091" y="301976"/>
            <a:ext cx="7310080" cy="6849767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/>
          <p:nvPr/>
        </p:nvSpPr>
        <p:spPr>
          <a:xfrm flipH="1" rot="3278516">
            <a:off x="4649136" y="-366101"/>
            <a:ext cx="7826271" cy="287792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6"/>
          <p:cNvSpPr/>
          <p:nvPr/>
        </p:nvSpPr>
        <p:spPr>
          <a:xfrm rot="-9555841">
            <a:off x="-6466450" y="2570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6"/>
          <p:cNvSpPr txBox="1"/>
          <p:nvPr>
            <p:ph idx="5" type="title"/>
          </p:nvPr>
        </p:nvSpPr>
        <p:spPr>
          <a:xfrm>
            <a:off x="2077027" y="3635876"/>
            <a:ext cx="18150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3" name="Google Shape;373;p36"/>
          <p:cNvSpPr txBox="1"/>
          <p:nvPr>
            <p:ph idx="6" type="subTitle"/>
          </p:nvPr>
        </p:nvSpPr>
        <p:spPr>
          <a:xfrm>
            <a:off x="2077350" y="4180701"/>
            <a:ext cx="59088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4" name="Google Shape;37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7"/>
          <p:cNvSpPr/>
          <p:nvPr/>
        </p:nvSpPr>
        <p:spPr>
          <a:xfrm flipH="1" rot="4102360">
            <a:off x="-2512533" y="4030635"/>
            <a:ext cx="7471578" cy="47717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7"/>
          <p:cNvSpPr/>
          <p:nvPr/>
        </p:nvSpPr>
        <p:spPr>
          <a:xfrm rot="813319">
            <a:off x="-4129602" y="-17370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7"/>
          <p:cNvSpPr/>
          <p:nvPr/>
        </p:nvSpPr>
        <p:spPr>
          <a:xfrm flipH="1" rot="3394465">
            <a:off x="5593334" y="21714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7"/>
          <p:cNvSpPr/>
          <p:nvPr/>
        </p:nvSpPr>
        <p:spPr>
          <a:xfrm rot="-10285603">
            <a:off x="6336471" y="-29172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7"/>
          <p:cNvSpPr/>
          <p:nvPr/>
        </p:nvSpPr>
        <p:spPr>
          <a:xfrm rot="-2238616">
            <a:off x="-4635728" y="470344"/>
            <a:ext cx="7826078" cy="2877850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7"/>
          <p:cNvSpPr txBox="1"/>
          <p:nvPr>
            <p:ph type="title"/>
          </p:nvPr>
        </p:nvSpPr>
        <p:spPr>
          <a:xfrm>
            <a:off x="5664001" y="17036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82" name="Google Shape;382;p37"/>
          <p:cNvSpPr txBox="1"/>
          <p:nvPr>
            <p:ph idx="1" type="subTitle"/>
          </p:nvPr>
        </p:nvSpPr>
        <p:spPr>
          <a:xfrm>
            <a:off x="5664053" y="2135500"/>
            <a:ext cx="2508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83" name="Google Shape;383;p37"/>
          <p:cNvSpPr txBox="1"/>
          <p:nvPr>
            <p:ph idx="2" type="title"/>
          </p:nvPr>
        </p:nvSpPr>
        <p:spPr>
          <a:xfrm>
            <a:off x="5664001" y="3198000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84" name="Google Shape;384;p37"/>
          <p:cNvSpPr txBox="1"/>
          <p:nvPr>
            <p:ph idx="3" type="subTitle"/>
          </p:nvPr>
        </p:nvSpPr>
        <p:spPr>
          <a:xfrm>
            <a:off x="5664025" y="3629875"/>
            <a:ext cx="2508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idx="4" type="title"/>
          </p:nvPr>
        </p:nvSpPr>
        <p:spPr>
          <a:xfrm>
            <a:off x="1252726" y="17036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86" name="Google Shape;386;p37"/>
          <p:cNvSpPr txBox="1"/>
          <p:nvPr>
            <p:ph idx="5" type="subTitle"/>
          </p:nvPr>
        </p:nvSpPr>
        <p:spPr>
          <a:xfrm>
            <a:off x="971503" y="2135500"/>
            <a:ext cx="2508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87" name="Google Shape;387;p37"/>
          <p:cNvSpPr txBox="1"/>
          <p:nvPr>
            <p:ph idx="6" type="title"/>
          </p:nvPr>
        </p:nvSpPr>
        <p:spPr>
          <a:xfrm>
            <a:off x="1252726" y="3198000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88" name="Google Shape;388;p37"/>
          <p:cNvSpPr txBox="1"/>
          <p:nvPr>
            <p:ph idx="7" type="subTitle"/>
          </p:nvPr>
        </p:nvSpPr>
        <p:spPr>
          <a:xfrm>
            <a:off x="971475" y="3629875"/>
            <a:ext cx="2508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89" name="Google Shape;389;p37"/>
          <p:cNvSpPr txBox="1"/>
          <p:nvPr>
            <p:ph idx="8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0" name="Google Shape;390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8"/>
          <p:cNvSpPr/>
          <p:nvPr/>
        </p:nvSpPr>
        <p:spPr>
          <a:xfrm flipH="1" rot="3394465">
            <a:off x="5593334" y="21714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8"/>
          <p:cNvSpPr/>
          <p:nvPr/>
        </p:nvSpPr>
        <p:spPr>
          <a:xfrm rot="-10285603">
            <a:off x="5869521" y="-29172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8"/>
          <p:cNvSpPr txBox="1"/>
          <p:nvPr>
            <p:ph type="title"/>
          </p:nvPr>
        </p:nvSpPr>
        <p:spPr>
          <a:xfrm flipH="1">
            <a:off x="3993600" y="437700"/>
            <a:ext cx="44109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5" name="Google Shape;395;p38"/>
          <p:cNvSpPr txBox="1"/>
          <p:nvPr>
            <p:ph idx="2" type="title"/>
          </p:nvPr>
        </p:nvSpPr>
        <p:spPr>
          <a:xfrm>
            <a:off x="4157088" y="2211700"/>
            <a:ext cx="1454400" cy="9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5964350" y="2211700"/>
            <a:ext cx="2440500" cy="9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3" type="title"/>
          </p:nvPr>
        </p:nvSpPr>
        <p:spPr>
          <a:xfrm>
            <a:off x="4157088" y="3465525"/>
            <a:ext cx="1454400" cy="9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8" name="Google Shape;398;p38"/>
          <p:cNvSpPr txBox="1"/>
          <p:nvPr>
            <p:ph idx="4" type="subTitle"/>
          </p:nvPr>
        </p:nvSpPr>
        <p:spPr>
          <a:xfrm>
            <a:off x="5964350" y="3465525"/>
            <a:ext cx="2440500" cy="9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99" name="Google Shape;399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24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9"/>
          <p:cNvSpPr/>
          <p:nvPr/>
        </p:nvSpPr>
        <p:spPr>
          <a:xfrm rot="-4102360">
            <a:off x="4113422" y="4765435"/>
            <a:ext cx="7471578" cy="47717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9"/>
          <p:cNvSpPr/>
          <p:nvPr/>
        </p:nvSpPr>
        <p:spPr>
          <a:xfrm flipH="1" rot="-813319">
            <a:off x="7043160" y="-1608948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9"/>
          <p:cNvSpPr/>
          <p:nvPr/>
        </p:nvSpPr>
        <p:spPr>
          <a:xfrm rot="-3394465">
            <a:off x="-4084285" y="336016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9"/>
          <p:cNvSpPr/>
          <p:nvPr/>
        </p:nvSpPr>
        <p:spPr>
          <a:xfrm flipH="1" rot="10285603">
            <a:off x="-4881689" y="-1508408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9"/>
          <p:cNvSpPr/>
          <p:nvPr/>
        </p:nvSpPr>
        <p:spPr>
          <a:xfrm flipH="1" rot="6738480">
            <a:off x="5484634" y="1473878"/>
            <a:ext cx="7826261" cy="287791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9"/>
          <p:cNvSpPr txBox="1"/>
          <p:nvPr>
            <p:ph type="title"/>
          </p:nvPr>
        </p:nvSpPr>
        <p:spPr>
          <a:xfrm>
            <a:off x="4633263" y="2692525"/>
            <a:ext cx="17886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07" name="Google Shape;407;p39"/>
          <p:cNvSpPr txBox="1"/>
          <p:nvPr>
            <p:ph idx="1" type="subTitle"/>
          </p:nvPr>
        </p:nvSpPr>
        <p:spPr>
          <a:xfrm>
            <a:off x="4633297" y="3124400"/>
            <a:ext cx="1788600" cy="8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08" name="Google Shape;408;p39"/>
          <p:cNvSpPr txBox="1"/>
          <p:nvPr>
            <p:ph idx="2" type="title"/>
          </p:nvPr>
        </p:nvSpPr>
        <p:spPr>
          <a:xfrm>
            <a:off x="6544613" y="2692525"/>
            <a:ext cx="17886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09" name="Google Shape;409;p39"/>
          <p:cNvSpPr txBox="1"/>
          <p:nvPr>
            <p:ph idx="3" type="subTitle"/>
          </p:nvPr>
        </p:nvSpPr>
        <p:spPr>
          <a:xfrm>
            <a:off x="6544625" y="3124400"/>
            <a:ext cx="1788600" cy="8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0" name="Google Shape;410;p39"/>
          <p:cNvSpPr txBox="1"/>
          <p:nvPr>
            <p:ph idx="4" type="title"/>
          </p:nvPr>
        </p:nvSpPr>
        <p:spPr>
          <a:xfrm>
            <a:off x="2721863" y="2692525"/>
            <a:ext cx="17886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11" name="Google Shape;411;p39"/>
          <p:cNvSpPr txBox="1"/>
          <p:nvPr>
            <p:ph idx="5" type="subTitle"/>
          </p:nvPr>
        </p:nvSpPr>
        <p:spPr>
          <a:xfrm>
            <a:off x="2722019" y="3124400"/>
            <a:ext cx="1788600" cy="8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2" name="Google Shape;412;p39"/>
          <p:cNvSpPr txBox="1"/>
          <p:nvPr>
            <p:ph idx="6" type="title"/>
          </p:nvPr>
        </p:nvSpPr>
        <p:spPr>
          <a:xfrm>
            <a:off x="810613" y="2692525"/>
            <a:ext cx="17886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13" name="Google Shape;413;p39"/>
          <p:cNvSpPr txBox="1"/>
          <p:nvPr>
            <p:ph idx="7" type="subTitle"/>
          </p:nvPr>
        </p:nvSpPr>
        <p:spPr>
          <a:xfrm>
            <a:off x="810750" y="3124400"/>
            <a:ext cx="1788600" cy="8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>
            <p:ph idx="8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5" name="Google Shape;415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0"/>
          <p:cNvSpPr/>
          <p:nvPr/>
        </p:nvSpPr>
        <p:spPr>
          <a:xfrm rot="-10285629">
            <a:off x="6057524" y="-212437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0"/>
          <p:cNvSpPr/>
          <p:nvPr/>
        </p:nvSpPr>
        <p:spPr>
          <a:xfrm flipH="1">
            <a:off x="7942003" y="1004988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0"/>
          <p:cNvSpPr/>
          <p:nvPr/>
        </p:nvSpPr>
        <p:spPr>
          <a:xfrm rot="2839443">
            <a:off x="-308418" y="2442034"/>
            <a:ext cx="6402141" cy="568918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0"/>
          <p:cNvSpPr/>
          <p:nvPr/>
        </p:nvSpPr>
        <p:spPr>
          <a:xfrm rot="9405665">
            <a:off x="-5036390" y="1932081"/>
            <a:ext cx="7310152" cy="6849835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0"/>
          <p:cNvSpPr/>
          <p:nvPr/>
        </p:nvSpPr>
        <p:spPr>
          <a:xfrm rot="-1478505">
            <a:off x="-435239" y="-2304911"/>
            <a:ext cx="7826136" cy="2877871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0"/>
          <p:cNvSpPr/>
          <p:nvPr/>
        </p:nvSpPr>
        <p:spPr>
          <a:xfrm flipH="1" rot="9555841">
            <a:off x="8042252" y="1808506"/>
            <a:ext cx="8200942" cy="301569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0"/>
          <p:cNvSpPr txBox="1"/>
          <p:nvPr>
            <p:ph type="title"/>
          </p:nvPr>
        </p:nvSpPr>
        <p:spPr>
          <a:xfrm>
            <a:off x="1465625" y="1627425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4" name="Google Shape;424;p40"/>
          <p:cNvSpPr txBox="1"/>
          <p:nvPr>
            <p:ph idx="1" type="subTitle"/>
          </p:nvPr>
        </p:nvSpPr>
        <p:spPr>
          <a:xfrm>
            <a:off x="1465675" y="2087600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25" name="Google Shape;425;p40"/>
          <p:cNvSpPr txBox="1"/>
          <p:nvPr>
            <p:ph idx="2" type="title"/>
          </p:nvPr>
        </p:nvSpPr>
        <p:spPr>
          <a:xfrm>
            <a:off x="1465625" y="2665450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6" name="Google Shape;426;p40"/>
          <p:cNvSpPr txBox="1"/>
          <p:nvPr>
            <p:ph idx="3" type="subTitle"/>
          </p:nvPr>
        </p:nvSpPr>
        <p:spPr>
          <a:xfrm>
            <a:off x="1465675" y="3124625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27" name="Google Shape;427;p40"/>
          <p:cNvSpPr txBox="1"/>
          <p:nvPr>
            <p:ph idx="4" type="title"/>
          </p:nvPr>
        </p:nvSpPr>
        <p:spPr>
          <a:xfrm>
            <a:off x="1465625" y="3703475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8" name="Google Shape;428;p40"/>
          <p:cNvSpPr txBox="1"/>
          <p:nvPr>
            <p:ph idx="5" type="subTitle"/>
          </p:nvPr>
        </p:nvSpPr>
        <p:spPr>
          <a:xfrm>
            <a:off x="1465675" y="4162650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29" name="Google Shape;429;p40"/>
          <p:cNvSpPr txBox="1"/>
          <p:nvPr>
            <p:ph idx="6" type="title"/>
          </p:nvPr>
        </p:nvSpPr>
        <p:spPr>
          <a:xfrm>
            <a:off x="5348850" y="1627425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30" name="Google Shape;430;p40"/>
          <p:cNvSpPr txBox="1"/>
          <p:nvPr>
            <p:ph idx="7" type="subTitle"/>
          </p:nvPr>
        </p:nvSpPr>
        <p:spPr>
          <a:xfrm>
            <a:off x="5348900" y="2087600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31" name="Google Shape;431;p40"/>
          <p:cNvSpPr txBox="1"/>
          <p:nvPr>
            <p:ph idx="8" type="title"/>
          </p:nvPr>
        </p:nvSpPr>
        <p:spPr>
          <a:xfrm>
            <a:off x="5348850" y="2665450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32" name="Google Shape;432;p40"/>
          <p:cNvSpPr txBox="1"/>
          <p:nvPr>
            <p:ph idx="9" type="subTitle"/>
          </p:nvPr>
        </p:nvSpPr>
        <p:spPr>
          <a:xfrm>
            <a:off x="5348900" y="3124625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33" name="Google Shape;433;p40"/>
          <p:cNvSpPr txBox="1"/>
          <p:nvPr>
            <p:ph idx="13" type="title"/>
          </p:nvPr>
        </p:nvSpPr>
        <p:spPr>
          <a:xfrm>
            <a:off x="5348850" y="3703475"/>
            <a:ext cx="27465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34" name="Google Shape;434;p40"/>
          <p:cNvSpPr txBox="1"/>
          <p:nvPr>
            <p:ph idx="14" type="subTitle"/>
          </p:nvPr>
        </p:nvSpPr>
        <p:spPr>
          <a:xfrm>
            <a:off x="5348900" y="4162650"/>
            <a:ext cx="2746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35" name="Google Shape;435;p40"/>
          <p:cNvSpPr txBox="1"/>
          <p:nvPr>
            <p:ph idx="15"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6" name="Google Shape;436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7_1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1"/>
          <p:cNvSpPr/>
          <p:nvPr/>
        </p:nvSpPr>
        <p:spPr>
          <a:xfrm flipH="1" rot="9339447">
            <a:off x="-5157706" y="2195120"/>
            <a:ext cx="7471555" cy="477173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1"/>
          <p:cNvSpPr/>
          <p:nvPr/>
        </p:nvSpPr>
        <p:spPr>
          <a:xfrm rot="-10285603">
            <a:off x="7150321" y="-22663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1"/>
          <p:cNvSpPr/>
          <p:nvPr/>
        </p:nvSpPr>
        <p:spPr>
          <a:xfrm rot="649785">
            <a:off x="6848027" y="-2440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1"/>
          <p:cNvSpPr/>
          <p:nvPr/>
        </p:nvSpPr>
        <p:spPr>
          <a:xfrm rot="813319">
            <a:off x="-4299402" y="-47175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1"/>
          <p:cNvSpPr/>
          <p:nvPr/>
        </p:nvSpPr>
        <p:spPr>
          <a:xfrm rot="9089871">
            <a:off x="7049951" y="1893780"/>
            <a:ext cx="7826200" cy="287789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1"/>
          <p:cNvSpPr/>
          <p:nvPr/>
        </p:nvSpPr>
        <p:spPr>
          <a:xfrm rot="-576017">
            <a:off x="-4825529" y="-672274"/>
            <a:ext cx="7826074" cy="287784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1"/>
          <p:cNvSpPr txBox="1"/>
          <p:nvPr>
            <p:ph type="title"/>
          </p:nvPr>
        </p:nvSpPr>
        <p:spPr>
          <a:xfrm>
            <a:off x="721076" y="19322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721125" y="22879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46" name="Google Shape;446;p41"/>
          <p:cNvSpPr txBox="1"/>
          <p:nvPr>
            <p:ph idx="2" type="title"/>
          </p:nvPr>
        </p:nvSpPr>
        <p:spPr>
          <a:xfrm>
            <a:off x="721076" y="38410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47" name="Google Shape;447;p41"/>
          <p:cNvSpPr txBox="1"/>
          <p:nvPr>
            <p:ph idx="3" type="subTitle"/>
          </p:nvPr>
        </p:nvSpPr>
        <p:spPr>
          <a:xfrm>
            <a:off x="721100" y="41967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48" name="Google Shape;448;p41"/>
          <p:cNvSpPr txBox="1"/>
          <p:nvPr>
            <p:ph idx="4" type="title"/>
          </p:nvPr>
        </p:nvSpPr>
        <p:spPr>
          <a:xfrm>
            <a:off x="3458376" y="19322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49" name="Google Shape;449;p41"/>
          <p:cNvSpPr txBox="1"/>
          <p:nvPr>
            <p:ph idx="5" type="subTitle"/>
          </p:nvPr>
        </p:nvSpPr>
        <p:spPr>
          <a:xfrm>
            <a:off x="3458425" y="22879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50" name="Google Shape;450;p41"/>
          <p:cNvSpPr txBox="1"/>
          <p:nvPr>
            <p:ph idx="6" type="title"/>
          </p:nvPr>
        </p:nvSpPr>
        <p:spPr>
          <a:xfrm>
            <a:off x="3458376" y="38410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51" name="Google Shape;451;p41"/>
          <p:cNvSpPr txBox="1"/>
          <p:nvPr>
            <p:ph idx="7" type="subTitle"/>
          </p:nvPr>
        </p:nvSpPr>
        <p:spPr>
          <a:xfrm>
            <a:off x="3458400" y="41967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52" name="Google Shape;452;p41"/>
          <p:cNvSpPr txBox="1"/>
          <p:nvPr>
            <p:ph idx="8" type="title"/>
          </p:nvPr>
        </p:nvSpPr>
        <p:spPr>
          <a:xfrm>
            <a:off x="6195726" y="19322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53" name="Google Shape;453;p41"/>
          <p:cNvSpPr txBox="1"/>
          <p:nvPr>
            <p:ph idx="9" type="subTitle"/>
          </p:nvPr>
        </p:nvSpPr>
        <p:spPr>
          <a:xfrm>
            <a:off x="6195775" y="22879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54" name="Google Shape;454;p41"/>
          <p:cNvSpPr txBox="1"/>
          <p:nvPr>
            <p:ph idx="13" type="title"/>
          </p:nvPr>
        </p:nvSpPr>
        <p:spPr>
          <a:xfrm>
            <a:off x="6195726" y="3841025"/>
            <a:ext cx="22272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55" name="Google Shape;455;p41"/>
          <p:cNvSpPr txBox="1"/>
          <p:nvPr>
            <p:ph idx="14" type="subTitle"/>
          </p:nvPr>
        </p:nvSpPr>
        <p:spPr>
          <a:xfrm>
            <a:off x="6195750" y="4196700"/>
            <a:ext cx="222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56" name="Google Shape;456;p41"/>
          <p:cNvSpPr txBox="1"/>
          <p:nvPr>
            <p:ph idx="15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7" name="Google Shape;457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2">
  <p:cSld name="CUSTOM_27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2"/>
          <p:cNvSpPr/>
          <p:nvPr/>
        </p:nvSpPr>
        <p:spPr>
          <a:xfrm rot="-9339447">
            <a:off x="6847042" y="2970420"/>
            <a:ext cx="7471555" cy="4771732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2"/>
          <p:cNvSpPr/>
          <p:nvPr/>
        </p:nvSpPr>
        <p:spPr>
          <a:xfrm flipH="1" rot="10285603">
            <a:off x="-5277715" y="-2464108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2"/>
          <p:cNvSpPr/>
          <p:nvPr/>
        </p:nvSpPr>
        <p:spPr>
          <a:xfrm flipH="1" rot="-649785">
            <a:off x="-4089159" y="1056050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2"/>
          <p:cNvSpPr/>
          <p:nvPr/>
        </p:nvSpPr>
        <p:spPr>
          <a:xfrm flipH="1" rot="-813319">
            <a:off x="7695609" y="-352217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2"/>
          <p:cNvSpPr/>
          <p:nvPr/>
        </p:nvSpPr>
        <p:spPr>
          <a:xfrm flipH="1" rot="-9089871">
            <a:off x="-5596635" y="1893780"/>
            <a:ext cx="7826200" cy="287789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2"/>
          <p:cNvSpPr/>
          <p:nvPr/>
        </p:nvSpPr>
        <p:spPr>
          <a:xfrm flipH="1" rot="1476017">
            <a:off x="6812373" y="775527"/>
            <a:ext cx="7826071" cy="287784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2"/>
          <p:cNvSpPr txBox="1"/>
          <p:nvPr>
            <p:ph type="title"/>
          </p:nvPr>
        </p:nvSpPr>
        <p:spPr>
          <a:xfrm>
            <a:off x="1242888" y="1932225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66" name="Google Shape;466;p42"/>
          <p:cNvSpPr txBox="1"/>
          <p:nvPr>
            <p:ph idx="1" type="subTitle"/>
          </p:nvPr>
        </p:nvSpPr>
        <p:spPr>
          <a:xfrm>
            <a:off x="1242930" y="2287900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67" name="Google Shape;467;p42"/>
          <p:cNvSpPr txBox="1"/>
          <p:nvPr>
            <p:ph idx="2" type="title"/>
          </p:nvPr>
        </p:nvSpPr>
        <p:spPr>
          <a:xfrm>
            <a:off x="1242889" y="3588576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68" name="Google Shape;468;p42"/>
          <p:cNvSpPr txBox="1"/>
          <p:nvPr>
            <p:ph idx="3" type="subTitle"/>
          </p:nvPr>
        </p:nvSpPr>
        <p:spPr>
          <a:xfrm>
            <a:off x="1242909" y="3944251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69" name="Google Shape;469;p42"/>
          <p:cNvSpPr txBox="1"/>
          <p:nvPr>
            <p:ph idx="4" type="title"/>
          </p:nvPr>
        </p:nvSpPr>
        <p:spPr>
          <a:xfrm>
            <a:off x="3973163" y="1932225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70" name="Google Shape;470;p42"/>
          <p:cNvSpPr txBox="1"/>
          <p:nvPr>
            <p:ph idx="5" type="subTitle"/>
          </p:nvPr>
        </p:nvSpPr>
        <p:spPr>
          <a:xfrm>
            <a:off x="3973205" y="2287900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71" name="Google Shape;471;p42"/>
          <p:cNvSpPr txBox="1"/>
          <p:nvPr>
            <p:ph idx="6" type="title"/>
          </p:nvPr>
        </p:nvSpPr>
        <p:spPr>
          <a:xfrm>
            <a:off x="3973164" y="3588576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72" name="Google Shape;472;p42"/>
          <p:cNvSpPr txBox="1"/>
          <p:nvPr>
            <p:ph idx="7" type="subTitle"/>
          </p:nvPr>
        </p:nvSpPr>
        <p:spPr>
          <a:xfrm>
            <a:off x="3973184" y="3944251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73" name="Google Shape;473;p42"/>
          <p:cNvSpPr txBox="1"/>
          <p:nvPr>
            <p:ph idx="8" type="title"/>
          </p:nvPr>
        </p:nvSpPr>
        <p:spPr>
          <a:xfrm>
            <a:off x="6703489" y="1932225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74" name="Google Shape;474;p42"/>
          <p:cNvSpPr txBox="1"/>
          <p:nvPr>
            <p:ph idx="9" type="subTitle"/>
          </p:nvPr>
        </p:nvSpPr>
        <p:spPr>
          <a:xfrm>
            <a:off x="6703530" y="2287900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75" name="Google Shape;475;p42"/>
          <p:cNvSpPr txBox="1"/>
          <p:nvPr>
            <p:ph idx="13" type="title"/>
          </p:nvPr>
        </p:nvSpPr>
        <p:spPr>
          <a:xfrm>
            <a:off x="6703489" y="3588576"/>
            <a:ext cx="18747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76" name="Google Shape;476;p42"/>
          <p:cNvSpPr txBox="1"/>
          <p:nvPr>
            <p:ph idx="14" type="subTitle"/>
          </p:nvPr>
        </p:nvSpPr>
        <p:spPr>
          <a:xfrm>
            <a:off x="6703509" y="3944251"/>
            <a:ext cx="1874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77" name="Google Shape;477;p42"/>
          <p:cNvSpPr txBox="1"/>
          <p:nvPr>
            <p:ph idx="15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8" name="Google Shape;478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3"/>
          <p:cNvSpPr/>
          <p:nvPr/>
        </p:nvSpPr>
        <p:spPr>
          <a:xfrm rot="813319">
            <a:off x="-2477752" y="-30743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3"/>
          <p:cNvSpPr/>
          <p:nvPr/>
        </p:nvSpPr>
        <p:spPr>
          <a:xfrm flipH="1" rot="3394465">
            <a:off x="3077084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3"/>
          <p:cNvSpPr/>
          <p:nvPr/>
        </p:nvSpPr>
        <p:spPr>
          <a:xfrm>
            <a:off x="5315177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3"/>
          <p:cNvSpPr/>
          <p:nvPr/>
        </p:nvSpPr>
        <p:spPr>
          <a:xfrm rot="3406877">
            <a:off x="3098060" y="-32126"/>
            <a:ext cx="7826090" cy="287785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3"/>
          <p:cNvSpPr/>
          <p:nvPr/>
        </p:nvSpPr>
        <p:spPr>
          <a:xfrm flipH="1" rot="-649760">
            <a:off x="7075142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3"/>
          <p:cNvSpPr/>
          <p:nvPr/>
        </p:nvSpPr>
        <p:spPr>
          <a:xfrm rot="-10285603">
            <a:off x="-4701904" y="288969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43"/>
          <p:cNvSpPr txBox="1"/>
          <p:nvPr>
            <p:ph hasCustomPrompt="1" type="title"/>
          </p:nvPr>
        </p:nvSpPr>
        <p:spPr>
          <a:xfrm>
            <a:off x="723300" y="751975"/>
            <a:ext cx="4696800" cy="132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87" name="Google Shape;487;p43"/>
          <p:cNvSpPr txBox="1"/>
          <p:nvPr>
            <p:ph idx="1" type="subTitle"/>
          </p:nvPr>
        </p:nvSpPr>
        <p:spPr>
          <a:xfrm>
            <a:off x="723300" y="2038177"/>
            <a:ext cx="4696800" cy="5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88" name="Google Shape;488;p43"/>
          <p:cNvSpPr txBox="1"/>
          <p:nvPr>
            <p:ph hasCustomPrompt="1" idx="2" type="title"/>
          </p:nvPr>
        </p:nvSpPr>
        <p:spPr>
          <a:xfrm>
            <a:off x="723300" y="2598825"/>
            <a:ext cx="4696800" cy="132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89" name="Google Shape;489;p43"/>
          <p:cNvSpPr txBox="1"/>
          <p:nvPr>
            <p:ph idx="3" type="subTitle"/>
          </p:nvPr>
        </p:nvSpPr>
        <p:spPr>
          <a:xfrm>
            <a:off x="723300" y="3889928"/>
            <a:ext cx="4696800" cy="5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90" name="Google Shape;490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9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4"/>
          <p:cNvSpPr/>
          <p:nvPr/>
        </p:nvSpPr>
        <p:spPr>
          <a:xfrm flipH="1" rot="-813319">
            <a:off x="4461871" y="-38204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4"/>
          <p:cNvSpPr/>
          <p:nvPr/>
        </p:nvSpPr>
        <p:spPr>
          <a:xfrm rot="-3394465">
            <a:off x="-4415599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4"/>
          <p:cNvSpPr/>
          <p:nvPr/>
        </p:nvSpPr>
        <p:spPr>
          <a:xfrm flipH="1">
            <a:off x="-3718816" y="-232974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4"/>
          <p:cNvSpPr/>
          <p:nvPr/>
        </p:nvSpPr>
        <p:spPr>
          <a:xfrm flipH="1" rot="-3406877">
            <a:off x="4741603" y="2701799"/>
            <a:ext cx="7826090" cy="287785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4"/>
          <p:cNvSpPr/>
          <p:nvPr/>
        </p:nvSpPr>
        <p:spPr>
          <a:xfrm rot="649760">
            <a:off x="-3160798" y="3729042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4"/>
          <p:cNvSpPr/>
          <p:nvPr/>
        </p:nvSpPr>
        <p:spPr>
          <a:xfrm flipH="1" rot="10285603">
            <a:off x="4594972" y="288969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4"/>
          <p:cNvSpPr txBox="1"/>
          <p:nvPr>
            <p:ph hasCustomPrompt="1" type="title"/>
          </p:nvPr>
        </p:nvSpPr>
        <p:spPr>
          <a:xfrm>
            <a:off x="2223600" y="539500"/>
            <a:ext cx="4696800" cy="85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99" name="Google Shape;499;p44"/>
          <p:cNvSpPr txBox="1"/>
          <p:nvPr>
            <p:ph idx="1" type="subTitle"/>
          </p:nvPr>
        </p:nvSpPr>
        <p:spPr>
          <a:xfrm>
            <a:off x="2223600" y="1437838"/>
            <a:ext cx="4696800" cy="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00" name="Google Shape;500;p44"/>
          <p:cNvSpPr txBox="1"/>
          <p:nvPr>
            <p:ph hasCustomPrompt="1" idx="2" type="title"/>
          </p:nvPr>
        </p:nvSpPr>
        <p:spPr>
          <a:xfrm>
            <a:off x="2223600" y="3354350"/>
            <a:ext cx="4696800" cy="85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01" name="Google Shape;501;p44"/>
          <p:cNvSpPr txBox="1"/>
          <p:nvPr>
            <p:ph idx="3" type="subTitle"/>
          </p:nvPr>
        </p:nvSpPr>
        <p:spPr>
          <a:xfrm>
            <a:off x="2223600" y="4257426"/>
            <a:ext cx="4696800" cy="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02" name="Google Shape;502;p44"/>
          <p:cNvSpPr txBox="1"/>
          <p:nvPr>
            <p:ph hasCustomPrompt="1" idx="4" type="title"/>
          </p:nvPr>
        </p:nvSpPr>
        <p:spPr>
          <a:xfrm>
            <a:off x="2223600" y="1944550"/>
            <a:ext cx="4696800" cy="85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03" name="Google Shape;503;p44"/>
          <p:cNvSpPr txBox="1"/>
          <p:nvPr>
            <p:ph idx="5" type="subTitle"/>
          </p:nvPr>
        </p:nvSpPr>
        <p:spPr>
          <a:xfrm>
            <a:off x="2223600" y="2847626"/>
            <a:ext cx="4696800" cy="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04" name="Google Shape;504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8_1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5"/>
          <p:cNvSpPr/>
          <p:nvPr/>
        </p:nvSpPr>
        <p:spPr>
          <a:xfrm rot="-3394465">
            <a:off x="-2929870" y="34332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5"/>
          <p:cNvSpPr/>
          <p:nvPr/>
        </p:nvSpPr>
        <p:spPr>
          <a:xfrm flipH="1">
            <a:off x="-4081962" y="-12434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5"/>
          <p:cNvSpPr/>
          <p:nvPr/>
        </p:nvSpPr>
        <p:spPr>
          <a:xfrm flipH="1" rot="-3952094">
            <a:off x="-3954406" y="-32116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5"/>
          <p:cNvSpPr/>
          <p:nvPr/>
        </p:nvSpPr>
        <p:spPr>
          <a:xfrm rot="649760">
            <a:off x="-3199069" y="-713258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5"/>
          <p:cNvSpPr/>
          <p:nvPr/>
        </p:nvSpPr>
        <p:spPr>
          <a:xfrm flipH="1" rot="-813319">
            <a:off x="4926200" y="-30743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5"/>
          <p:cNvSpPr/>
          <p:nvPr/>
        </p:nvSpPr>
        <p:spPr>
          <a:xfrm flipH="1" rot="10285603">
            <a:off x="6080701" y="3752842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5"/>
          <p:cNvSpPr/>
          <p:nvPr/>
        </p:nvSpPr>
        <p:spPr>
          <a:xfrm flipH="1" rot="7426355">
            <a:off x="6582052" y="113283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5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4" name="Google Shape;514;p45"/>
          <p:cNvSpPr txBox="1"/>
          <p:nvPr>
            <p:ph idx="2" type="title"/>
          </p:nvPr>
        </p:nvSpPr>
        <p:spPr>
          <a:xfrm>
            <a:off x="872476" y="1425413"/>
            <a:ext cx="2305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5" name="Google Shape;515;p45"/>
          <p:cNvSpPr txBox="1"/>
          <p:nvPr>
            <p:ph idx="1" type="subTitle"/>
          </p:nvPr>
        </p:nvSpPr>
        <p:spPr>
          <a:xfrm>
            <a:off x="872475" y="3674675"/>
            <a:ext cx="23052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16" name="Google Shape;516;p45"/>
          <p:cNvSpPr txBox="1"/>
          <p:nvPr>
            <p:ph idx="3" type="title"/>
          </p:nvPr>
        </p:nvSpPr>
        <p:spPr>
          <a:xfrm>
            <a:off x="3498100" y="1425413"/>
            <a:ext cx="2147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7" name="Google Shape;517;p45"/>
          <p:cNvSpPr txBox="1"/>
          <p:nvPr>
            <p:ph idx="4" type="subTitle"/>
          </p:nvPr>
        </p:nvSpPr>
        <p:spPr>
          <a:xfrm>
            <a:off x="3498101" y="3674675"/>
            <a:ext cx="21477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18" name="Google Shape;518;p45"/>
          <p:cNvSpPr txBox="1"/>
          <p:nvPr>
            <p:ph idx="5" type="title"/>
          </p:nvPr>
        </p:nvSpPr>
        <p:spPr>
          <a:xfrm>
            <a:off x="5966121" y="1425413"/>
            <a:ext cx="2305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9" name="Google Shape;519;p45"/>
          <p:cNvSpPr txBox="1"/>
          <p:nvPr>
            <p:ph idx="6" type="subTitle"/>
          </p:nvPr>
        </p:nvSpPr>
        <p:spPr>
          <a:xfrm>
            <a:off x="5966125" y="3674675"/>
            <a:ext cx="23055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20" name="Google Shape;520;p45"/>
          <p:cNvSpPr txBox="1"/>
          <p:nvPr>
            <p:ph hasCustomPrompt="1" idx="7" type="title"/>
          </p:nvPr>
        </p:nvSpPr>
        <p:spPr>
          <a:xfrm>
            <a:off x="1573073" y="2523644"/>
            <a:ext cx="8982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1" name="Google Shape;521;p45"/>
          <p:cNvSpPr txBox="1"/>
          <p:nvPr>
            <p:ph hasCustomPrompt="1" idx="8" type="title"/>
          </p:nvPr>
        </p:nvSpPr>
        <p:spPr>
          <a:xfrm>
            <a:off x="4123139" y="2518934"/>
            <a:ext cx="8982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2" name="Google Shape;522;p45"/>
          <p:cNvSpPr txBox="1"/>
          <p:nvPr>
            <p:ph hasCustomPrompt="1" idx="9" type="title"/>
          </p:nvPr>
        </p:nvSpPr>
        <p:spPr>
          <a:xfrm>
            <a:off x="6672769" y="2523644"/>
            <a:ext cx="8982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3" name="Google Shape;523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3">
  <p:cSld name="CUSTOM_30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6"/>
          <p:cNvSpPr/>
          <p:nvPr/>
        </p:nvSpPr>
        <p:spPr>
          <a:xfrm rot="7405535">
            <a:off x="3401384" y="-4181093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6"/>
          <p:cNvSpPr/>
          <p:nvPr/>
        </p:nvSpPr>
        <p:spPr>
          <a:xfrm flipH="1" rot="10800000">
            <a:off x="6191327" y="657454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6"/>
          <p:cNvSpPr/>
          <p:nvPr/>
        </p:nvSpPr>
        <p:spPr>
          <a:xfrm flipH="1" rot="6847906">
            <a:off x="5303136" y="1964597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6"/>
          <p:cNvSpPr/>
          <p:nvPr/>
        </p:nvSpPr>
        <p:spPr>
          <a:xfrm rot="-10150240">
            <a:off x="7399442" y="4033234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6"/>
          <p:cNvSpPr/>
          <p:nvPr/>
        </p:nvSpPr>
        <p:spPr>
          <a:xfrm flipH="1" rot="9986681">
            <a:off x="-2153452" y="2195519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6"/>
          <p:cNvSpPr/>
          <p:nvPr/>
        </p:nvSpPr>
        <p:spPr>
          <a:xfrm flipH="1" rot="-514397">
            <a:off x="-4377604" y="-3714358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6"/>
          <p:cNvSpPr/>
          <p:nvPr/>
        </p:nvSpPr>
        <p:spPr>
          <a:xfrm flipH="1" rot="-3373645">
            <a:off x="-5233242" y="79968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6"/>
          <p:cNvSpPr txBox="1"/>
          <p:nvPr>
            <p:ph type="title"/>
          </p:nvPr>
        </p:nvSpPr>
        <p:spPr>
          <a:xfrm>
            <a:off x="872476" y="2613288"/>
            <a:ext cx="23052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3" name="Google Shape;533;p46"/>
          <p:cNvSpPr txBox="1"/>
          <p:nvPr>
            <p:ph idx="1" type="subTitle"/>
          </p:nvPr>
        </p:nvSpPr>
        <p:spPr>
          <a:xfrm>
            <a:off x="872475" y="2979000"/>
            <a:ext cx="23052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34" name="Google Shape;534;p46"/>
          <p:cNvSpPr txBox="1"/>
          <p:nvPr>
            <p:ph idx="2" type="title"/>
          </p:nvPr>
        </p:nvSpPr>
        <p:spPr>
          <a:xfrm>
            <a:off x="3498100" y="2613288"/>
            <a:ext cx="21477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5" name="Google Shape;535;p46"/>
          <p:cNvSpPr txBox="1"/>
          <p:nvPr>
            <p:ph idx="3" type="subTitle"/>
          </p:nvPr>
        </p:nvSpPr>
        <p:spPr>
          <a:xfrm>
            <a:off x="3498101" y="2979000"/>
            <a:ext cx="21477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36" name="Google Shape;536;p46"/>
          <p:cNvSpPr txBox="1"/>
          <p:nvPr>
            <p:ph idx="4" type="title"/>
          </p:nvPr>
        </p:nvSpPr>
        <p:spPr>
          <a:xfrm>
            <a:off x="5966121" y="2613288"/>
            <a:ext cx="2305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7" name="Google Shape;537;p46"/>
          <p:cNvSpPr txBox="1"/>
          <p:nvPr>
            <p:ph idx="5" type="subTitle"/>
          </p:nvPr>
        </p:nvSpPr>
        <p:spPr>
          <a:xfrm>
            <a:off x="5966125" y="2979000"/>
            <a:ext cx="2305500" cy="9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38" name="Google Shape;538;p46"/>
          <p:cNvSpPr txBox="1"/>
          <p:nvPr>
            <p:ph hasCustomPrompt="1" idx="6" type="title"/>
          </p:nvPr>
        </p:nvSpPr>
        <p:spPr>
          <a:xfrm>
            <a:off x="1407025" y="1529650"/>
            <a:ext cx="12303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9" name="Google Shape;539;p46"/>
          <p:cNvSpPr txBox="1"/>
          <p:nvPr>
            <p:ph hasCustomPrompt="1" idx="7" type="title"/>
          </p:nvPr>
        </p:nvSpPr>
        <p:spPr>
          <a:xfrm>
            <a:off x="3957087" y="1524925"/>
            <a:ext cx="12303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0" name="Google Shape;540;p46"/>
          <p:cNvSpPr txBox="1"/>
          <p:nvPr>
            <p:ph hasCustomPrompt="1" idx="8" type="title"/>
          </p:nvPr>
        </p:nvSpPr>
        <p:spPr>
          <a:xfrm>
            <a:off x="6506727" y="1529650"/>
            <a:ext cx="12303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1" name="Google Shape;541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/>
          <p:cNvSpPr/>
          <p:nvPr/>
        </p:nvSpPr>
        <p:spPr>
          <a:xfrm flipH="1" rot="-813319">
            <a:off x="4432698" y="-342427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/>
          <p:nvPr/>
        </p:nvSpPr>
        <p:spPr>
          <a:xfrm rot="649785">
            <a:off x="-1816445" y="-7384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7"/>
          <p:cNvSpPr/>
          <p:nvPr/>
        </p:nvSpPr>
        <p:spPr>
          <a:xfrm flipH="1">
            <a:off x="620870" y="2238100"/>
            <a:ext cx="7471673" cy="477180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7"/>
          <p:cNvSpPr/>
          <p:nvPr/>
        </p:nvSpPr>
        <p:spPr>
          <a:xfrm flipH="1" rot="-8823147">
            <a:off x="5804215" y="2808773"/>
            <a:ext cx="5990392" cy="5613180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7"/>
          <p:cNvSpPr/>
          <p:nvPr/>
        </p:nvSpPr>
        <p:spPr>
          <a:xfrm flipH="1" rot="8100000">
            <a:off x="-2522993" y="494176"/>
            <a:ext cx="4935837" cy="3769884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7"/>
          <p:cNvSpPr/>
          <p:nvPr/>
        </p:nvSpPr>
        <p:spPr>
          <a:xfrm flipH="1" rot="-649785">
            <a:off x="3942880" y="44011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658862">
              <a:alpha val="13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7"/>
          <p:cNvSpPr/>
          <p:nvPr/>
        </p:nvSpPr>
        <p:spPr>
          <a:xfrm flipH="1" rot="-2128845">
            <a:off x="-1704639" y="-1767729"/>
            <a:ext cx="7826192" cy="2877892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7"/>
          <p:cNvSpPr txBox="1"/>
          <p:nvPr>
            <p:ph type="title"/>
          </p:nvPr>
        </p:nvSpPr>
        <p:spPr>
          <a:xfrm>
            <a:off x="1276650" y="438900"/>
            <a:ext cx="6590700" cy="10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1" name="Google Shape;551;p47"/>
          <p:cNvSpPr txBox="1"/>
          <p:nvPr>
            <p:ph idx="1" type="subTitle"/>
          </p:nvPr>
        </p:nvSpPr>
        <p:spPr>
          <a:xfrm>
            <a:off x="2854650" y="1652972"/>
            <a:ext cx="3434700" cy="10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52" name="Google Shape;552;p47"/>
          <p:cNvSpPr/>
          <p:nvPr/>
        </p:nvSpPr>
        <p:spPr>
          <a:xfrm flipH="1" rot="9555807">
            <a:off x="7660042" y="2297294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7"/>
          <p:cNvSpPr txBox="1"/>
          <p:nvPr/>
        </p:nvSpPr>
        <p:spPr>
          <a:xfrm>
            <a:off x="1672100" y="3967300"/>
            <a:ext cx="58068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CREDITS: This presentation template was created by </a:t>
            </a:r>
            <a:r>
              <a:rPr b="1" lang="en">
                <a:solidFill>
                  <a:schemeClr val="dk1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and includes icons by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en">
                <a:solidFill>
                  <a:schemeClr val="dk1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and infographics &amp; images by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en">
                <a:solidFill>
                  <a:schemeClr val="dk1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4" name="Google Shape;554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8"/>
          <p:cNvSpPr/>
          <p:nvPr/>
        </p:nvSpPr>
        <p:spPr>
          <a:xfrm rot="-10285629">
            <a:off x="4140874" y="-2015123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8"/>
          <p:cNvSpPr/>
          <p:nvPr/>
        </p:nvSpPr>
        <p:spPr>
          <a:xfrm flipH="1">
            <a:off x="6818628" y="2586663"/>
            <a:ext cx="5766771" cy="368296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8"/>
          <p:cNvSpPr/>
          <p:nvPr/>
        </p:nvSpPr>
        <p:spPr>
          <a:xfrm flipH="1" rot="9748587">
            <a:off x="5601527" y="2021265"/>
            <a:ext cx="8200944" cy="301569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8"/>
          <p:cNvSpPr/>
          <p:nvPr/>
        </p:nvSpPr>
        <p:spPr>
          <a:xfrm flipH="1" rot="4102346">
            <a:off x="-2270967" y="3805847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8"/>
          <p:cNvSpPr/>
          <p:nvPr/>
        </p:nvSpPr>
        <p:spPr>
          <a:xfrm rot="813319">
            <a:off x="-3580677" y="-14257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48"/>
          <p:cNvSpPr/>
          <p:nvPr/>
        </p:nvSpPr>
        <p:spPr>
          <a:xfrm>
            <a:off x="3065327" y="-42009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9"/>
          <p:cNvSpPr/>
          <p:nvPr/>
        </p:nvSpPr>
        <p:spPr>
          <a:xfrm flipH="1" rot="4102360">
            <a:off x="-2512533" y="4030635"/>
            <a:ext cx="7471578" cy="47717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9"/>
          <p:cNvSpPr/>
          <p:nvPr/>
        </p:nvSpPr>
        <p:spPr>
          <a:xfrm rot="813319">
            <a:off x="-4129602" y="-17370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9"/>
          <p:cNvSpPr/>
          <p:nvPr/>
        </p:nvSpPr>
        <p:spPr>
          <a:xfrm flipH="1" rot="3394465">
            <a:off x="5593334" y="2171418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9"/>
          <p:cNvSpPr/>
          <p:nvPr/>
        </p:nvSpPr>
        <p:spPr>
          <a:xfrm rot="-10285603">
            <a:off x="6336471" y="-2917283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9"/>
          <p:cNvSpPr/>
          <p:nvPr/>
        </p:nvSpPr>
        <p:spPr>
          <a:xfrm rot="-2238616">
            <a:off x="-4635728" y="470344"/>
            <a:ext cx="7826078" cy="2877850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36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0"/>
          <p:cNvSpPr/>
          <p:nvPr/>
        </p:nvSpPr>
        <p:spPr>
          <a:xfrm rot="813319">
            <a:off x="-1121291" y="-342427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50"/>
          <p:cNvSpPr/>
          <p:nvPr/>
        </p:nvSpPr>
        <p:spPr>
          <a:xfrm flipH="1" rot="-649785">
            <a:off x="6971064" y="-7384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0"/>
          <p:cNvSpPr/>
          <p:nvPr/>
        </p:nvSpPr>
        <p:spPr>
          <a:xfrm>
            <a:off x="1620973" y="2238100"/>
            <a:ext cx="7471673" cy="477180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0"/>
          <p:cNvSpPr/>
          <p:nvPr/>
        </p:nvSpPr>
        <p:spPr>
          <a:xfrm rot="8823147">
            <a:off x="-2081090" y="2808773"/>
            <a:ext cx="5990392" cy="5613180"/>
          </a:xfrm>
          <a:custGeom>
            <a:rect b="b" l="l" r="r" t="t"/>
            <a:pathLst>
              <a:path extrusionOk="0" h="87424" w="93299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50"/>
          <p:cNvSpPr/>
          <p:nvPr/>
        </p:nvSpPr>
        <p:spPr>
          <a:xfrm rot="-8100000">
            <a:off x="7300672" y="494176"/>
            <a:ext cx="4935837" cy="3769884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50"/>
          <p:cNvSpPr/>
          <p:nvPr/>
        </p:nvSpPr>
        <p:spPr>
          <a:xfrm rot="649785">
            <a:off x="1211739" y="4401125"/>
            <a:ext cx="4558897" cy="1365861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658862">
              <a:alpha val="13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50"/>
          <p:cNvSpPr/>
          <p:nvPr/>
        </p:nvSpPr>
        <p:spPr>
          <a:xfrm rot="2128845">
            <a:off x="3591964" y="-1767729"/>
            <a:ext cx="7826192" cy="2877892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50"/>
          <p:cNvSpPr/>
          <p:nvPr/>
        </p:nvSpPr>
        <p:spPr>
          <a:xfrm rot="-9555807">
            <a:off x="-5772621" y="2297294"/>
            <a:ext cx="7826096" cy="2877857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37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1"/>
          <p:cNvSpPr/>
          <p:nvPr/>
        </p:nvSpPr>
        <p:spPr>
          <a:xfrm flipH="1" rot="-7405535">
            <a:off x="-3234670" y="-3952493"/>
            <a:ext cx="8703343" cy="5558223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51"/>
          <p:cNvSpPr/>
          <p:nvPr/>
        </p:nvSpPr>
        <p:spPr>
          <a:xfrm rot="10800000">
            <a:off x="-4386762" y="886054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51"/>
          <p:cNvSpPr/>
          <p:nvPr/>
        </p:nvSpPr>
        <p:spPr>
          <a:xfrm rot="-6847906">
            <a:off x="-4259206" y="2193197"/>
            <a:ext cx="7826127" cy="287786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51"/>
          <p:cNvSpPr/>
          <p:nvPr/>
        </p:nvSpPr>
        <p:spPr>
          <a:xfrm flipH="1" rot="10150240">
            <a:off x="-3503869" y="4261834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51"/>
          <p:cNvSpPr/>
          <p:nvPr/>
        </p:nvSpPr>
        <p:spPr>
          <a:xfrm rot="-9986681">
            <a:off x="4621400" y="2424119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51"/>
          <p:cNvSpPr/>
          <p:nvPr/>
        </p:nvSpPr>
        <p:spPr>
          <a:xfrm rot="514397">
            <a:off x="5775901" y="-3485758"/>
            <a:ext cx="7471761" cy="477186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51"/>
          <p:cNvSpPr/>
          <p:nvPr/>
        </p:nvSpPr>
        <p:spPr>
          <a:xfrm rot="3373645">
            <a:off x="6277252" y="1028280"/>
            <a:ext cx="7826046" cy="2877838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theme" Target="../theme/theme1.xml"/><Relationship Id="rId5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1075" y="438900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1075" y="1351868"/>
            <a:ext cx="77019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hyperlink" Target="https://doi.org/10.1038/s44260-025-00058-8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hyperlink" Target="https://doi.org/10.1038/s44260-025-00058-8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Pr4Czb53Xy5xcC7wwNwB4W6_pPeAX-3v/view" TargetMode="External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hyperlink" Target="https://doi.org/10.1038/s44260-025-00058-8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s://doi.org/10.1038/s44260-025-00058-8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zvvTXS2m1mUQX527Nwh7flsJVEjCyjPG/view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2"/>
          <p:cNvSpPr txBox="1"/>
          <p:nvPr>
            <p:ph type="ctrTitle"/>
          </p:nvPr>
        </p:nvSpPr>
        <p:spPr>
          <a:xfrm>
            <a:off x="-23600" y="1051925"/>
            <a:ext cx="9190800" cy="218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latin typeface="Kulim Park"/>
                <a:ea typeface="Kulim Park"/>
                <a:cs typeface="Kulim Park"/>
                <a:sym typeface="Kulim Park"/>
              </a:rPr>
              <a:t>Copy or Collaborate in a Changing Community</a:t>
            </a:r>
            <a:endParaRPr sz="5700"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rPr>
              <a:t>Team 11</a:t>
            </a:r>
            <a:endParaRPr sz="3600">
              <a:solidFill>
                <a:schemeClr val="dk2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594" name="Google Shape;594;p52"/>
          <p:cNvSpPr txBox="1"/>
          <p:nvPr>
            <p:ph idx="1" type="subTitle"/>
          </p:nvPr>
        </p:nvSpPr>
        <p:spPr>
          <a:xfrm>
            <a:off x="1962550" y="3232325"/>
            <a:ext cx="52185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Gileesa, Sooriyaa Alara, Ivo</a:t>
            </a:r>
            <a:endParaRPr/>
          </a:p>
        </p:txBody>
      </p:sp>
      <p:sp>
        <p:nvSpPr>
          <p:cNvPr id="595" name="Google Shape;595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3"/>
          <p:cNvSpPr/>
          <p:nvPr/>
        </p:nvSpPr>
        <p:spPr>
          <a:xfrm>
            <a:off x="348650" y="804585"/>
            <a:ext cx="4180934" cy="4180628"/>
          </a:xfrm>
          <a:custGeom>
            <a:rect b="b" l="l" r="r" t="t"/>
            <a:pathLst>
              <a:path extrusionOk="0" h="122671" w="122671">
                <a:moveTo>
                  <a:pt x="61288" y="15890"/>
                </a:moveTo>
                <a:cubicBezTo>
                  <a:pt x="74134" y="15890"/>
                  <a:pt x="87890" y="17837"/>
                  <a:pt x="98492" y="25582"/>
                </a:cubicBezTo>
                <a:cubicBezTo>
                  <a:pt x="106392" y="31355"/>
                  <a:pt x="107052" y="41356"/>
                  <a:pt x="105729" y="50292"/>
                </a:cubicBezTo>
                <a:cubicBezTo>
                  <a:pt x="104207" y="60560"/>
                  <a:pt x="103318" y="70931"/>
                  <a:pt x="101429" y="81148"/>
                </a:cubicBezTo>
                <a:cubicBezTo>
                  <a:pt x="99916" y="89314"/>
                  <a:pt x="96431" y="97128"/>
                  <a:pt x="88124" y="99955"/>
                </a:cubicBezTo>
                <a:cubicBezTo>
                  <a:pt x="84437" y="101209"/>
                  <a:pt x="80540" y="101601"/>
                  <a:pt x="76602" y="101601"/>
                </a:cubicBezTo>
                <a:cubicBezTo>
                  <a:pt x="71796" y="101601"/>
                  <a:pt x="66926" y="101018"/>
                  <a:pt x="62297" y="100710"/>
                </a:cubicBezTo>
                <a:cubicBezTo>
                  <a:pt x="51217" y="99976"/>
                  <a:pt x="40203" y="98506"/>
                  <a:pt x="29211" y="96964"/>
                </a:cubicBezTo>
                <a:cubicBezTo>
                  <a:pt x="16647" y="95202"/>
                  <a:pt x="10610" y="89119"/>
                  <a:pt x="11276" y="76081"/>
                </a:cubicBezTo>
                <a:cubicBezTo>
                  <a:pt x="11770" y="66433"/>
                  <a:pt x="13452" y="56900"/>
                  <a:pt x="15516" y="47476"/>
                </a:cubicBezTo>
                <a:cubicBezTo>
                  <a:pt x="17086" y="40308"/>
                  <a:pt x="17867" y="30029"/>
                  <a:pt x="23464" y="24632"/>
                </a:cubicBezTo>
                <a:cubicBezTo>
                  <a:pt x="31878" y="16520"/>
                  <a:pt x="46079" y="16024"/>
                  <a:pt x="57526" y="15914"/>
                </a:cubicBezTo>
                <a:cubicBezTo>
                  <a:pt x="58439" y="15906"/>
                  <a:pt x="59335" y="15900"/>
                  <a:pt x="60210" y="15894"/>
                </a:cubicBezTo>
                <a:cubicBezTo>
                  <a:pt x="60569" y="15891"/>
                  <a:pt x="60928" y="15890"/>
                  <a:pt x="61288" y="15890"/>
                </a:cubicBezTo>
                <a:close/>
                <a:moveTo>
                  <a:pt x="0" y="0"/>
                </a:moveTo>
                <a:lnTo>
                  <a:pt x="0" y="122670"/>
                </a:lnTo>
                <a:lnTo>
                  <a:pt x="122671" y="122670"/>
                </a:lnTo>
                <a:lnTo>
                  <a:pt x="12267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53"/>
          <p:cNvSpPr/>
          <p:nvPr/>
        </p:nvSpPr>
        <p:spPr>
          <a:xfrm flipH="1" rot="4102360">
            <a:off x="-2512533" y="4030635"/>
            <a:ext cx="7471578" cy="4771747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53"/>
          <p:cNvSpPr txBox="1"/>
          <p:nvPr>
            <p:ph type="title"/>
          </p:nvPr>
        </p:nvSpPr>
        <p:spPr>
          <a:xfrm>
            <a:off x="719925" y="561425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</a:rPr>
              <a:t>Our Inspiration</a:t>
            </a:r>
            <a:endParaRPr sz="3500">
              <a:solidFill>
                <a:schemeClr val="lt1"/>
              </a:solidFill>
            </a:endParaRPr>
          </a:p>
        </p:txBody>
      </p:sp>
      <p:sp>
        <p:nvSpPr>
          <p:cNvPr id="603" name="Google Shape;603;p53"/>
          <p:cNvSpPr/>
          <p:nvPr/>
        </p:nvSpPr>
        <p:spPr>
          <a:xfrm rot="813319">
            <a:off x="-4129602" y="-1737023"/>
            <a:ext cx="6402109" cy="5689153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4" name="Google Shape;604;p53" title="Screenshot 2026-01-26 at 13.22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013" y="1635014"/>
            <a:ext cx="6533951" cy="200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4"/>
          <p:cNvSpPr txBox="1"/>
          <p:nvPr>
            <p:ph type="title"/>
          </p:nvPr>
        </p:nvSpPr>
        <p:spPr>
          <a:xfrm>
            <a:off x="2014975" y="215150"/>
            <a:ext cx="5196600" cy="9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Agents on a Grid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11" name="Google Shape;611;p54" title="Screenshot 2026-01-26 at 13.23.55.png"/>
          <p:cNvPicPr preferRelativeResize="0"/>
          <p:nvPr/>
        </p:nvPicPr>
        <p:blipFill rotWithShape="1">
          <a:blip r:embed="rId3">
            <a:alphaModFix/>
          </a:blip>
          <a:srcRect b="0" l="0" r="0" t="1312"/>
          <a:stretch/>
        </p:blipFill>
        <p:spPr>
          <a:xfrm>
            <a:off x="1043500" y="1383100"/>
            <a:ext cx="7056989" cy="313135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4"/>
          <p:cNvSpPr txBox="1"/>
          <p:nvPr/>
        </p:nvSpPr>
        <p:spPr>
          <a:xfrm>
            <a:off x="0" y="462030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Akçakır, G., Lang, J.C. &amp; Lamberson, P.J. Copy or collaborate? How networks impact collective problem solving. npj Complex 2, 35 (2025). </a:t>
            </a:r>
            <a:r>
              <a:rPr lang="en" sz="1100" u="sng">
                <a:solidFill>
                  <a:schemeClr val="dk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https://doi.org/10.1038/s44260-025-00058-8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13" name="Google Shape;613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5"/>
          <p:cNvSpPr/>
          <p:nvPr/>
        </p:nvSpPr>
        <p:spPr>
          <a:xfrm rot="10800000">
            <a:off x="4756162" y="976004"/>
            <a:ext cx="2449433" cy="2449433"/>
          </a:xfrm>
          <a:custGeom>
            <a:rect b="b" l="l" r="r" t="t"/>
            <a:pathLst>
              <a:path extrusionOk="0" h="122671" w="122671">
                <a:moveTo>
                  <a:pt x="61288" y="15890"/>
                </a:moveTo>
                <a:cubicBezTo>
                  <a:pt x="74134" y="15890"/>
                  <a:pt x="87890" y="17837"/>
                  <a:pt x="98492" y="25582"/>
                </a:cubicBezTo>
                <a:cubicBezTo>
                  <a:pt x="106392" y="31355"/>
                  <a:pt x="107052" y="41356"/>
                  <a:pt x="105729" y="50292"/>
                </a:cubicBezTo>
                <a:cubicBezTo>
                  <a:pt x="104207" y="60560"/>
                  <a:pt x="103318" y="70931"/>
                  <a:pt x="101429" y="81148"/>
                </a:cubicBezTo>
                <a:cubicBezTo>
                  <a:pt x="99916" y="89314"/>
                  <a:pt x="96431" y="97128"/>
                  <a:pt x="88124" y="99955"/>
                </a:cubicBezTo>
                <a:cubicBezTo>
                  <a:pt x="84437" y="101209"/>
                  <a:pt x="80540" y="101601"/>
                  <a:pt x="76602" y="101601"/>
                </a:cubicBezTo>
                <a:cubicBezTo>
                  <a:pt x="71796" y="101601"/>
                  <a:pt x="66926" y="101018"/>
                  <a:pt x="62297" y="100710"/>
                </a:cubicBezTo>
                <a:cubicBezTo>
                  <a:pt x="51217" y="99976"/>
                  <a:pt x="40203" y="98506"/>
                  <a:pt x="29211" y="96964"/>
                </a:cubicBezTo>
                <a:cubicBezTo>
                  <a:pt x="16647" y="95202"/>
                  <a:pt x="10610" y="89119"/>
                  <a:pt x="11276" y="76081"/>
                </a:cubicBezTo>
                <a:cubicBezTo>
                  <a:pt x="11770" y="66433"/>
                  <a:pt x="13452" y="56900"/>
                  <a:pt x="15516" y="47476"/>
                </a:cubicBezTo>
                <a:cubicBezTo>
                  <a:pt x="17086" y="40308"/>
                  <a:pt x="17867" y="30029"/>
                  <a:pt x="23464" y="24632"/>
                </a:cubicBezTo>
                <a:cubicBezTo>
                  <a:pt x="31878" y="16520"/>
                  <a:pt x="46079" y="16024"/>
                  <a:pt x="57526" y="15914"/>
                </a:cubicBezTo>
                <a:cubicBezTo>
                  <a:pt x="58439" y="15906"/>
                  <a:pt x="59335" y="15900"/>
                  <a:pt x="60210" y="15894"/>
                </a:cubicBezTo>
                <a:cubicBezTo>
                  <a:pt x="60569" y="15891"/>
                  <a:pt x="60928" y="15890"/>
                  <a:pt x="61288" y="15890"/>
                </a:cubicBezTo>
                <a:close/>
                <a:moveTo>
                  <a:pt x="0" y="0"/>
                </a:moveTo>
                <a:lnTo>
                  <a:pt x="0" y="122670"/>
                </a:lnTo>
                <a:lnTo>
                  <a:pt x="122671" y="122670"/>
                </a:lnTo>
                <a:lnTo>
                  <a:pt x="12267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55"/>
          <p:cNvSpPr/>
          <p:nvPr/>
        </p:nvSpPr>
        <p:spPr>
          <a:xfrm flipH="1">
            <a:off x="1995067" y="1072150"/>
            <a:ext cx="2449433" cy="2449433"/>
          </a:xfrm>
          <a:custGeom>
            <a:rect b="b" l="l" r="r" t="t"/>
            <a:pathLst>
              <a:path extrusionOk="0" h="122671" w="122671">
                <a:moveTo>
                  <a:pt x="61288" y="15890"/>
                </a:moveTo>
                <a:cubicBezTo>
                  <a:pt x="74134" y="15890"/>
                  <a:pt x="87890" y="17837"/>
                  <a:pt x="98492" y="25582"/>
                </a:cubicBezTo>
                <a:cubicBezTo>
                  <a:pt x="106392" y="31355"/>
                  <a:pt x="107052" y="41356"/>
                  <a:pt x="105729" y="50292"/>
                </a:cubicBezTo>
                <a:cubicBezTo>
                  <a:pt x="104207" y="60560"/>
                  <a:pt x="103318" y="70931"/>
                  <a:pt x="101429" y="81148"/>
                </a:cubicBezTo>
                <a:cubicBezTo>
                  <a:pt x="99916" y="89314"/>
                  <a:pt x="96431" y="97128"/>
                  <a:pt x="88124" y="99955"/>
                </a:cubicBezTo>
                <a:cubicBezTo>
                  <a:pt x="84437" y="101209"/>
                  <a:pt x="80540" y="101601"/>
                  <a:pt x="76602" y="101601"/>
                </a:cubicBezTo>
                <a:cubicBezTo>
                  <a:pt x="71796" y="101601"/>
                  <a:pt x="66926" y="101018"/>
                  <a:pt x="62297" y="100710"/>
                </a:cubicBezTo>
                <a:cubicBezTo>
                  <a:pt x="51217" y="99976"/>
                  <a:pt x="40203" y="98506"/>
                  <a:pt x="29211" y="96964"/>
                </a:cubicBezTo>
                <a:cubicBezTo>
                  <a:pt x="16647" y="95202"/>
                  <a:pt x="10610" y="89119"/>
                  <a:pt x="11276" y="76081"/>
                </a:cubicBezTo>
                <a:cubicBezTo>
                  <a:pt x="11770" y="66433"/>
                  <a:pt x="13452" y="56900"/>
                  <a:pt x="15516" y="47476"/>
                </a:cubicBezTo>
                <a:cubicBezTo>
                  <a:pt x="17086" y="40308"/>
                  <a:pt x="17867" y="30029"/>
                  <a:pt x="23464" y="24632"/>
                </a:cubicBezTo>
                <a:cubicBezTo>
                  <a:pt x="31878" y="16520"/>
                  <a:pt x="46079" y="16024"/>
                  <a:pt x="57526" y="15914"/>
                </a:cubicBezTo>
                <a:cubicBezTo>
                  <a:pt x="58439" y="15906"/>
                  <a:pt x="59335" y="15900"/>
                  <a:pt x="60210" y="15894"/>
                </a:cubicBezTo>
                <a:cubicBezTo>
                  <a:pt x="60569" y="15891"/>
                  <a:pt x="60928" y="15890"/>
                  <a:pt x="61288" y="15890"/>
                </a:cubicBezTo>
                <a:close/>
                <a:moveTo>
                  <a:pt x="0" y="0"/>
                </a:moveTo>
                <a:lnTo>
                  <a:pt x="0" y="122670"/>
                </a:lnTo>
                <a:lnTo>
                  <a:pt x="122671" y="122670"/>
                </a:lnTo>
                <a:lnTo>
                  <a:pt x="12267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55"/>
          <p:cNvSpPr/>
          <p:nvPr/>
        </p:nvSpPr>
        <p:spPr>
          <a:xfrm flipH="1" rot="-4376525">
            <a:off x="5282853" y="2489944"/>
            <a:ext cx="4772728" cy="4241291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55"/>
          <p:cNvSpPr txBox="1"/>
          <p:nvPr>
            <p:ph type="title"/>
          </p:nvPr>
        </p:nvSpPr>
        <p:spPr>
          <a:xfrm flipH="1">
            <a:off x="720000" y="438912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Fitness Landscape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22" name="Google Shape;622;p55" title="Screenshot 2026-01-26 at 13.25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5878" y="1131200"/>
            <a:ext cx="3972250" cy="3499701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55"/>
          <p:cNvSpPr txBox="1"/>
          <p:nvPr/>
        </p:nvSpPr>
        <p:spPr>
          <a:xfrm>
            <a:off x="0" y="462030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Akçakır, G., Lang, J.C. &amp; Lamberson, P.J. Copy or collaborate? How networks impact collective problem solving. npj Complex 2, 35 (2025). </a:t>
            </a:r>
            <a:r>
              <a:rPr lang="en" sz="1100" u="sng">
                <a:solidFill>
                  <a:schemeClr val="dk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https://doi.org/10.1038/s44260-025-00058-8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24" name="Google Shape;624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6"/>
          <p:cNvSpPr txBox="1"/>
          <p:nvPr>
            <p:ph idx="4" type="title"/>
          </p:nvPr>
        </p:nvSpPr>
        <p:spPr>
          <a:xfrm>
            <a:off x="533250" y="269775"/>
            <a:ext cx="80775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</a:t>
            </a:r>
            <a:r>
              <a:rPr lang="en">
                <a:solidFill>
                  <a:schemeClr val="lt1"/>
                </a:solidFill>
              </a:rPr>
              <a:t>ovement each Step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0" name="Google Shape;630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1" name="Google Shape;631;p56" title="step sim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1738" y="1095600"/>
            <a:ext cx="4240523" cy="374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7"/>
          <p:cNvSpPr/>
          <p:nvPr/>
        </p:nvSpPr>
        <p:spPr>
          <a:xfrm rot="-5399809">
            <a:off x="-393997" y="613547"/>
            <a:ext cx="5512835" cy="4194428"/>
          </a:xfrm>
          <a:custGeom>
            <a:rect b="b" l="l" r="r" t="t"/>
            <a:pathLst>
              <a:path extrusionOk="0" h="122671" w="122671">
                <a:moveTo>
                  <a:pt x="61288" y="15890"/>
                </a:moveTo>
                <a:cubicBezTo>
                  <a:pt x="74134" y="15890"/>
                  <a:pt x="87890" y="17837"/>
                  <a:pt x="98492" y="25582"/>
                </a:cubicBezTo>
                <a:cubicBezTo>
                  <a:pt x="106392" y="31355"/>
                  <a:pt x="107052" y="41356"/>
                  <a:pt x="105729" y="50292"/>
                </a:cubicBezTo>
                <a:cubicBezTo>
                  <a:pt x="104207" y="60560"/>
                  <a:pt x="103318" y="70931"/>
                  <a:pt x="101429" y="81148"/>
                </a:cubicBezTo>
                <a:cubicBezTo>
                  <a:pt x="99916" y="89314"/>
                  <a:pt x="96431" y="97128"/>
                  <a:pt x="88124" y="99955"/>
                </a:cubicBezTo>
                <a:cubicBezTo>
                  <a:pt x="84437" y="101209"/>
                  <a:pt x="80540" y="101601"/>
                  <a:pt x="76602" y="101601"/>
                </a:cubicBezTo>
                <a:cubicBezTo>
                  <a:pt x="71796" y="101601"/>
                  <a:pt x="66926" y="101018"/>
                  <a:pt x="62297" y="100710"/>
                </a:cubicBezTo>
                <a:cubicBezTo>
                  <a:pt x="51217" y="99976"/>
                  <a:pt x="40203" y="98506"/>
                  <a:pt x="29211" y="96964"/>
                </a:cubicBezTo>
                <a:cubicBezTo>
                  <a:pt x="16647" y="95202"/>
                  <a:pt x="10610" y="89119"/>
                  <a:pt x="11276" y="76081"/>
                </a:cubicBezTo>
                <a:cubicBezTo>
                  <a:pt x="11770" y="66433"/>
                  <a:pt x="13452" y="56900"/>
                  <a:pt x="15516" y="47476"/>
                </a:cubicBezTo>
                <a:cubicBezTo>
                  <a:pt x="17086" y="40308"/>
                  <a:pt x="17867" y="30029"/>
                  <a:pt x="23464" y="24632"/>
                </a:cubicBezTo>
                <a:cubicBezTo>
                  <a:pt x="31878" y="16520"/>
                  <a:pt x="46079" y="16024"/>
                  <a:pt x="57526" y="15914"/>
                </a:cubicBezTo>
                <a:cubicBezTo>
                  <a:pt x="58439" y="15906"/>
                  <a:pt x="59335" y="15900"/>
                  <a:pt x="60210" y="15894"/>
                </a:cubicBezTo>
                <a:cubicBezTo>
                  <a:pt x="60569" y="15891"/>
                  <a:pt x="60928" y="15890"/>
                  <a:pt x="61288" y="15890"/>
                </a:cubicBezTo>
                <a:close/>
                <a:moveTo>
                  <a:pt x="0" y="0"/>
                </a:moveTo>
                <a:lnTo>
                  <a:pt x="0" y="122670"/>
                </a:lnTo>
                <a:lnTo>
                  <a:pt x="122671" y="122670"/>
                </a:lnTo>
                <a:lnTo>
                  <a:pt x="12267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57"/>
          <p:cNvSpPr/>
          <p:nvPr/>
        </p:nvSpPr>
        <p:spPr>
          <a:xfrm flipH="1" rot="10285629">
            <a:off x="-6011938" y="-4319098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7"/>
          <p:cNvSpPr/>
          <p:nvPr/>
        </p:nvSpPr>
        <p:spPr>
          <a:xfrm rot="-4102346">
            <a:off x="1166603" y="3932872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57"/>
          <p:cNvSpPr/>
          <p:nvPr/>
        </p:nvSpPr>
        <p:spPr>
          <a:xfrm flipH="1">
            <a:off x="580630" y="-39415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57"/>
          <p:cNvSpPr/>
          <p:nvPr/>
        </p:nvSpPr>
        <p:spPr>
          <a:xfrm rot="649760">
            <a:off x="-984002" y="4190367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57"/>
          <p:cNvSpPr/>
          <p:nvPr/>
        </p:nvSpPr>
        <p:spPr>
          <a:xfrm flipH="1" rot="-6621704">
            <a:off x="-3919845" y="1710891"/>
            <a:ext cx="7826147" cy="287787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57"/>
          <p:cNvSpPr txBox="1"/>
          <p:nvPr>
            <p:ph type="title"/>
          </p:nvPr>
        </p:nvSpPr>
        <p:spPr>
          <a:xfrm flipH="1">
            <a:off x="720000" y="421237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Results of Paper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43" name="Google Shape;643;p57" title="Screenshot 2026-01-26 at 13.26.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7838" y="1199925"/>
            <a:ext cx="5568319" cy="3420375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57"/>
          <p:cNvSpPr txBox="1"/>
          <p:nvPr/>
        </p:nvSpPr>
        <p:spPr>
          <a:xfrm>
            <a:off x="0" y="462030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Akçakır, G., Lang, J.C. &amp; Lamberson, P.J. Copy or collaborate? How networks impact collective problem solving. npj Complex 2, 35 (2025). </a:t>
            </a:r>
            <a:r>
              <a:rPr lang="en" sz="1100" u="sng">
                <a:solidFill>
                  <a:schemeClr val="dk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https://doi.org/10.1038/s44260-025-00058-8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45" name="Google Shape;645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58"/>
          <p:cNvSpPr/>
          <p:nvPr/>
        </p:nvSpPr>
        <p:spPr>
          <a:xfrm rot="-5399809">
            <a:off x="-393997" y="613547"/>
            <a:ext cx="5512835" cy="4194428"/>
          </a:xfrm>
          <a:custGeom>
            <a:rect b="b" l="l" r="r" t="t"/>
            <a:pathLst>
              <a:path extrusionOk="0" h="122671" w="122671">
                <a:moveTo>
                  <a:pt x="61288" y="15890"/>
                </a:moveTo>
                <a:cubicBezTo>
                  <a:pt x="74134" y="15890"/>
                  <a:pt x="87890" y="17837"/>
                  <a:pt x="98492" y="25582"/>
                </a:cubicBezTo>
                <a:cubicBezTo>
                  <a:pt x="106392" y="31355"/>
                  <a:pt x="107052" y="41356"/>
                  <a:pt x="105729" y="50292"/>
                </a:cubicBezTo>
                <a:cubicBezTo>
                  <a:pt x="104207" y="60560"/>
                  <a:pt x="103318" y="70931"/>
                  <a:pt x="101429" y="81148"/>
                </a:cubicBezTo>
                <a:cubicBezTo>
                  <a:pt x="99916" y="89314"/>
                  <a:pt x="96431" y="97128"/>
                  <a:pt x="88124" y="99955"/>
                </a:cubicBezTo>
                <a:cubicBezTo>
                  <a:pt x="84437" y="101209"/>
                  <a:pt x="80540" y="101601"/>
                  <a:pt x="76602" y="101601"/>
                </a:cubicBezTo>
                <a:cubicBezTo>
                  <a:pt x="71796" y="101601"/>
                  <a:pt x="66926" y="101018"/>
                  <a:pt x="62297" y="100710"/>
                </a:cubicBezTo>
                <a:cubicBezTo>
                  <a:pt x="51217" y="99976"/>
                  <a:pt x="40203" y="98506"/>
                  <a:pt x="29211" y="96964"/>
                </a:cubicBezTo>
                <a:cubicBezTo>
                  <a:pt x="16647" y="95202"/>
                  <a:pt x="10610" y="89119"/>
                  <a:pt x="11276" y="76081"/>
                </a:cubicBezTo>
                <a:cubicBezTo>
                  <a:pt x="11770" y="66433"/>
                  <a:pt x="13452" y="56900"/>
                  <a:pt x="15516" y="47476"/>
                </a:cubicBezTo>
                <a:cubicBezTo>
                  <a:pt x="17086" y="40308"/>
                  <a:pt x="17867" y="30029"/>
                  <a:pt x="23464" y="24632"/>
                </a:cubicBezTo>
                <a:cubicBezTo>
                  <a:pt x="31878" y="16520"/>
                  <a:pt x="46079" y="16024"/>
                  <a:pt x="57526" y="15914"/>
                </a:cubicBezTo>
                <a:cubicBezTo>
                  <a:pt x="58439" y="15906"/>
                  <a:pt x="59335" y="15900"/>
                  <a:pt x="60210" y="15894"/>
                </a:cubicBezTo>
                <a:cubicBezTo>
                  <a:pt x="60569" y="15891"/>
                  <a:pt x="60928" y="15890"/>
                  <a:pt x="61288" y="15890"/>
                </a:cubicBezTo>
                <a:close/>
                <a:moveTo>
                  <a:pt x="0" y="0"/>
                </a:moveTo>
                <a:lnTo>
                  <a:pt x="0" y="122670"/>
                </a:lnTo>
                <a:lnTo>
                  <a:pt x="122671" y="122670"/>
                </a:lnTo>
                <a:lnTo>
                  <a:pt x="12267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58"/>
          <p:cNvSpPr/>
          <p:nvPr/>
        </p:nvSpPr>
        <p:spPr>
          <a:xfrm flipH="1" rot="10285629">
            <a:off x="-6011938" y="-4319098"/>
            <a:ext cx="9471588" cy="6049060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58"/>
          <p:cNvSpPr/>
          <p:nvPr/>
        </p:nvSpPr>
        <p:spPr>
          <a:xfrm rot="-4102346">
            <a:off x="1166603" y="3932872"/>
            <a:ext cx="9416338" cy="6013774"/>
          </a:xfrm>
          <a:custGeom>
            <a:rect b="b" l="l" r="r" t="t"/>
            <a:pathLst>
              <a:path extrusionOk="0" h="56068" w="87791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58"/>
          <p:cNvSpPr/>
          <p:nvPr/>
        </p:nvSpPr>
        <p:spPr>
          <a:xfrm flipH="1">
            <a:off x="580630" y="-3941597"/>
            <a:ext cx="7065492" cy="5396392"/>
          </a:xfrm>
          <a:custGeom>
            <a:rect b="b" l="l" r="r" t="t"/>
            <a:pathLst>
              <a:path extrusionOk="0" h="29633" w="38799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8"/>
          <p:cNvSpPr/>
          <p:nvPr/>
        </p:nvSpPr>
        <p:spPr>
          <a:xfrm rot="649760">
            <a:off x="-984002" y="4190367"/>
            <a:ext cx="4974484" cy="1490372"/>
          </a:xfrm>
          <a:custGeom>
            <a:rect b="b" l="l" r="r" t="t"/>
            <a:pathLst>
              <a:path extrusionOk="0" h="14730" w="49165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8"/>
          <p:cNvSpPr/>
          <p:nvPr/>
        </p:nvSpPr>
        <p:spPr>
          <a:xfrm flipH="1" rot="-6621704">
            <a:off x="-3919845" y="1710891"/>
            <a:ext cx="7826147" cy="2877875"/>
          </a:xfrm>
          <a:custGeom>
            <a:rect b="b" l="l" r="r" t="t"/>
            <a:pathLst>
              <a:path extrusionOk="0" fill="none" h="28195" w="76674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miter lim="3253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58"/>
          <p:cNvSpPr txBox="1"/>
          <p:nvPr>
            <p:ph type="title"/>
          </p:nvPr>
        </p:nvSpPr>
        <p:spPr>
          <a:xfrm flipH="1">
            <a:off x="720000" y="421237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Results of Paper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57" name="Google Shape;657;p58" title="Screenshot 2026-01-26 at 13.26.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7838" y="1199925"/>
            <a:ext cx="5568319" cy="3420375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58"/>
          <p:cNvSpPr txBox="1"/>
          <p:nvPr/>
        </p:nvSpPr>
        <p:spPr>
          <a:xfrm>
            <a:off x="0" y="462030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Akçakır, G., Lang, J.C. &amp; Lamberson, P.J. Copy or collaborate? How networks impact collective problem solving. npj Complex 2, 35 (2025). </a:t>
            </a:r>
            <a:r>
              <a:rPr lang="en" sz="1100" u="sng">
                <a:solidFill>
                  <a:schemeClr val="dk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https://doi.org/10.1038/s44260-025-00058-8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59" name="Google Shape;659;p58"/>
          <p:cNvSpPr/>
          <p:nvPr/>
        </p:nvSpPr>
        <p:spPr>
          <a:xfrm>
            <a:off x="4153688" y="1634962"/>
            <a:ext cx="265200" cy="2562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660" name="Google Shape;660;p58"/>
          <p:cNvCxnSpPr>
            <a:stCxn id="659" idx="7"/>
          </p:cNvCxnSpPr>
          <p:nvPr/>
        </p:nvCxnSpPr>
        <p:spPr>
          <a:xfrm flipH="1" rot="10800000">
            <a:off x="4380050" y="1458282"/>
            <a:ext cx="242100" cy="214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58"/>
          <p:cNvCxnSpPr/>
          <p:nvPr/>
        </p:nvCxnSpPr>
        <p:spPr>
          <a:xfrm>
            <a:off x="4613250" y="1458200"/>
            <a:ext cx="3534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2" name="Google Shape;662;p58"/>
          <p:cNvSpPr txBox="1"/>
          <p:nvPr/>
        </p:nvSpPr>
        <p:spPr>
          <a:xfrm>
            <a:off x="4931399" y="1263437"/>
            <a:ext cx="138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Manrope"/>
                <a:ea typeface="Manrope"/>
                <a:cs typeface="Manrope"/>
                <a:sym typeface="Manrope"/>
              </a:rPr>
              <a:t>Optimal Value</a:t>
            </a:r>
            <a:endParaRPr>
              <a:solidFill>
                <a:srgbClr val="FF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3" name="Google Shape;663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9"/>
          <p:cNvSpPr txBox="1"/>
          <p:nvPr>
            <p:ph type="title"/>
          </p:nvPr>
        </p:nvSpPr>
        <p:spPr>
          <a:xfrm>
            <a:off x="904350" y="1558800"/>
            <a:ext cx="7335300" cy="20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chemeClr val="lt1"/>
                </a:solidFill>
              </a:rPr>
              <a:t>What happens if we add turnover?</a:t>
            </a:r>
            <a:endParaRPr sz="6400"/>
          </a:p>
        </p:txBody>
      </p:sp>
      <p:sp>
        <p:nvSpPr>
          <p:cNvPr id="669" name="Google Shape;669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0"/>
          <p:cNvSpPr txBox="1"/>
          <p:nvPr>
            <p:ph type="title"/>
          </p:nvPr>
        </p:nvSpPr>
        <p:spPr>
          <a:xfrm>
            <a:off x="904350" y="1875300"/>
            <a:ext cx="7335300" cy="13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How does a dynamic agent network involving replacement of agents affect the optimal collaboration–copying ratio between agents?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5" name="Google Shape;675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6" name="Google Shape;676;p60"/>
          <p:cNvSpPr txBox="1"/>
          <p:nvPr>
            <p:ph type="title"/>
          </p:nvPr>
        </p:nvSpPr>
        <p:spPr>
          <a:xfrm flipH="1">
            <a:off x="720000" y="450719"/>
            <a:ext cx="7704000" cy="8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</a:rPr>
              <a:t>Research Question</a:t>
            </a:r>
            <a:endParaRPr sz="40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1"/>
          <p:cNvSpPr txBox="1"/>
          <p:nvPr>
            <p:ph type="title"/>
          </p:nvPr>
        </p:nvSpPr>
        <p:spPr>
          <a:xfrm>
            <a:off x="940350" y="1228425"/>
            <a:ext cx="7263300" cy="39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H1</a:t>
            </a:r>
            <a:r>
              <a:rPr lang="en" sz="2400">
                <a:solidFill>
                  <a:schemeClr val="dk2"/>
                </a:solidFill>
              </a:rPr>
              <a:t>: Adding </a:t>
            </a:r>
            <a:r>
              <a:rPr b="1" lang="en" sz="2400">
                <a:solidFill>
                  <a:schemeClr val="dk2"/>
                </a:solidFill>
              </a:rPr>
              <a:t>turnover</a:t>
            </a:r>
            <a:r>
              <a:rPr lang="en" sz="2400">
                <a:solidFill>
                  <a:schemeClr val="dk2"/>
                </a:solidFill>
              </a:rPr>
              <a:t> has a statistically significant effect on the </a:t>
            </a:r>
            <a:r>
              <a:rPr b="1" lang="en" sz="2400">
                <a:solidFill>
                  <a:schemeClr val="dk2"/>
                </a:solidFill>
              </a:rPr>
              <a:t>optimal</a:t>
            </a:r>
            <a:r>
              <a:rPr lang="en" sz="2400">
                <a:solidFill>
                  <a:schemeClr val="dk2"/>
                </a:solidFill>
              </a:rPr>
              <a:t> </a:t>
            </a:r>
            <a:r>
              <a:rPr b="1" lang="en" sz="2400">
                <a:solidFill>
                  <a:schemeClr val="dk2"/>
                </a:solidFill>
              </a:rPr>
              <a:t>collaboration-copying ratio.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H0</a:t>
            </a:r>
            <a:r>
              <a:rPr lang="en" sz="2400">
                <a:solidFill>
                  <a:schemeClr val="dk2"/>
                </a:solidFill>
              </a:rPr>
              <a:t>: Adding </a:t>
            </a:r>
            <a:r>
              <a:rPr b="1" lang="en" sz="2400">
                <a:solidFill>
                  <a:schemeClr val="dk2"/>
                </a:solidFill>
              </a:rPr>
              <a:t>turnover</a:t>
            </a:r>
            <a:r>
              <a:rPr lang="en" sz="2400">
                <a:solidFill>
                  <a:schemeClr val="dk2"/>
                </a:solidFill>
              </a:rPr>
              <a:t> has no statistically significant effect on the </a:t>
            </a:r>
            <a:r>
              <a:rPr b="1" lang="en" sz="2400">
                <a:solidFill>
                  <a:schemeClr val="dk2"/>
                </a:solidFill>
              </a:rPr>
              <a:t>optimal collaboration-copying ratio.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82" name="Google Shape;682;p61"/>
          <p:cNvSpPr txBox="1"/>
          <p:nvPr>
            <p:ph type="title"/>
          </p:nvPr>
        </p:nvSpPr>
        <p:spPr>
          <a:xfrm flipH="1">
            <a:off x="720000" y="450719"/>
            <a:ext cx="7704000" cy="8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Hypotheses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3" name="Google Shape;683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2"/>
          <p:cNvSpPr txBox="1"/>
          <p:nvPr>
            <p:ph idx="8" type="title"/>
          </p:nvPr>
        </p:nvSpPr>
        <p:spPr>
          <a:xfrm flipH="1">
            <a:off x="-150" y="437700"/>
            <a:ext cx="914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</a:t>
            </a:r>
            <a:r>
              <a:rPr lang="en">
                <a:solidFill>
                  <a:schemeClr val="lt1"/>
                </a:solidFill>
              </a:rPr>
              <a:t>ovement Each Step with Turnover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9" name="Google Shape;689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0" name="Google Shape;690;p62" title="turnover_animationj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122922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3"/>
          <p:cNvSpPr txBox="1"/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Collab-Copy Rate vs. Fitness (no turnover)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96" name="Google Shape;696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7" name="Google Shape;697;p63" title="avg_perform1_t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6450" y="1095600"/>
            <a:ext cx="5614650" cy="37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4"/>
          <p:cNvSpPr txBox="1"/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Collab-Copy Rate vs. Fitness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03" name="Google Shape;703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4" name="Google Shape;704;p64" title="avg_perform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4600" y="1186150"/>
            <a:ext cx="5614650" cy="37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5"/>
          <p:cNvSpPr txBox="1"/>
          <p:nvPr>
            <p:ph idx="4"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Copy-Collab Rate vs. Turnover Rate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10" name="Google Shape;710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1" name="Google Shape;711;p65" title="avg_perform_t20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6125" y="1261150"/>
            <a:ext cx="4651600" cy="348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6"/>
          <p:cNvSpPr txBox="1"/>
          <p:nvPr>
            <p:ph idx="4" type="title"/>
          </p:nvPr>
        </p:nvSpPr>
        <p:spPr>
          <a:xfrm>
            <a:off x="720000" y="22428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Results</a:t>
            </a:r>
            <a:endParaRPr sz="40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17" name="Google Shape;717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7"/>
          <p:cNvSpPr txBox="1"/>
          <p:nvPr>
            <p:ph idx="4"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Copy-Collab Rate vs. Turnover Rate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3" name="Google Shape;723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4" name="Google Shape;72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6600" y="1095600"/>
            <a:ext cx="4990800" cy="37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8"/>
          <p:cNvSpPr txBox="1"/>
          <p:nvPr>
            <p:ph idx="4"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Statistics: Linear Regression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30" name="Google Shape;730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1" name="Google Shape;731;p68"/>
          <p:cNvSpPr txBox="1"/>
          <p:nvPr/>
        </p:nvSpPr>
        <p:spPr>
          <a:xfrm>
            <a:off x="2640075" y="1966425"/>
            <a:ext cx="41685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P-value: 4.2e-9</a:t>
            </a:r>
            <a:endParaRPr sz="35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𝝰-value: 0.05</a:t>
            </a:r>
            <a:endParaRPr sz="35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s</a:t>
            </a:r>
            <a:r>
              <a:rPr lang="en"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lope: -0.7 </a:t>
            </a:r>
            <a:endParaRPr sz="35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9"/>
          <p:cNvSpPr txBox="1"/>
          <p:nvPr>
            <p:ph idx="4"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Permutation Histogram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37" name="Google Shape;737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8" name="Google Shape;73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6525" y="1182350"/>
            <a:ext cx="4990800" cy="37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0"/>
          <p:cNvSpPr txBox="1"/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Conclusion &amp; Discussion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44" name="Google Shape;744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5" name="Google Shape;745;p70"/>
          <p:cNvSpPr txBox="1"/>
          <p:nvPr/>
        </p:nvSpPr>
        <p:spPr>
          <a:xfrm>
            <a:off x="958225" y="1286650"/>
            <a:ext cx="70974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P-value: 4.2e-9</a:t>
            </a:r>
            <a:endParaRPr sz="35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𝝰-value: 0.05</a:t>
            </a:r>
            <a:endParaRPr sz="35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→ reject null hypothesis</a:t>
            </a:r>
            <a:endParaRPr sz="3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➭ H1: Adding turnover has a statistically significant effect on the optimal collaboration-copying ratio.</a:t>
            </a:r>
            <a:endParaRPr sz="3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71"/>
          <p:cNvSpPr txBox="1"/>
          <p:nvPr>
            <p:ph idx="8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Future Research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1" name="Google Shape;751;p71"/>
          <p:cNvSpPr/>
          <p:nvPr/>
        </p:nvSpPr>
        <p:spPr>
          <a:xfrm flipH="1" rot="2054661">
            <a:off x="3878216" y="2775150"/>
            <a:ext cx="1387525" cy="1233006"/>
          </a:xfrm>
          <a:custGeom>
            <a:rect b="b" l="l" r="r" t="t"/>
            <a:pathLst>
              <a:path extrusionOk="0" h="28248" w="31788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71"/>
          <p:cNvSpPr/>
          <p:nvPr/>
        </p:nvSpPr>
        <p:spPr>
          <a:xfrm flipH="1" rot="2054801">
            <a:off x="3638095" y="1712943"/>
            <a:ext cx="1730791" cy="1246865"/>
          </a:xfrm>
          <a:custGeom>
            <a:rect b="b" l="l" r="r" t="t"/>
            <a:pathLst>
              <a:path extrusionOk="0" h="13563" w="18827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71"/>
          <p:cNvSpPr txBox="1"/>
          <p:nvPr/>
        </p:nvSpPr>
        <p:spPr>
          <a:xfrm>
            <a:off x="1093075" y="1095600"/>
            <a:ext cx="68208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"/>
              <a:buChar char="➔"/>
            </a:pPr>
            <a:r>
              <a:rPr lang="en" sz="22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Compare fully connected vs. partially connected networks</a:t>
            </a:r>
            <a:endParaRPr sz="22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"/>
              <a:buChar char="➔"/>
            </a:pPr>
            <a:r>
              <a:rPr lang="en" sz="22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Study how sub-hubs affect escaping local optima</a:t>
            </a:r>
            <a:endParaRPr sz="22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"/>
              <a:buChar char="➔"/>
            </a:pPr>
            <a:r>
              <a:rPr lang="en" sz="22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Test whether limited knowledge sharing improves global search</a:t>
            </a:r>
            <a:endParaRPr sz="22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"/>
              <a:buChar char="➔"/>
            </a:pPr>
            <a:r>
              <a:rPr lang="en" sz="22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Performance-based turnover (weak agents leave)</a:t>
            </a:r>
            <a:endParaRPr sz="22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"/>
              <a:buChar char="➔"/>
            </a:pPr>
            <a:r>
              <a:rPr lang="en" sz="22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Reinforcement learning agents</a:t>
            </a:r>
            <a:endParaRPr sz="22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"/>
              <a:buChar char="➔"/>
            </a:pPr>
            <a:r>
              <a:rPr lang="en" sz="22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Add more simulation steps</a:t>
            </a:r>
            <a:endParaRPr sz="2200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754" name="Google Shape;754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72"/>
          <p:cNvSpPr txBox="1"/>
          <p:nvPr>
            <p:ph type="title"/>
          </p:nvPr>
        </p:nvSpPr>
        <p:spPr>
          <a:xfrm flipH="1">
            <a:off x="720000" y="22428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Manrope"/>
                <a:ea typeface="Manrope"/>
                <a:cs typeface="Manrope"/>
                <a:sym typeface="Manrope"/>
              </a:rPr>
              <a:t>Questions?</a:t>
            </a:r>
            <a:endParaRPr sz="40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60" name="Google Shape;760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3"/>
          <p:cNvSpPr txBox="1"/>
          <p:nvPr>
            <p:ph type="title"/>
          </p:nvPr>
        </p:nvSpPr>
        <p:spPr>
          <a:xfrm flipH="1">
            <a:off x="720000" y="22428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Manrope"/>
                <a:ea typeface="Manrope"/>
                <a:cs typeface="Manrope"/>
                <a:sym typeface="Manrope"/>
              </a:rPr>
              <a:t>Appendix</a:t>
            </a:r>
            <a:endParaRPr/>
          </a:p>
        </p:txBody>
      </p:sp>
      <p:sp>
        <p:nvSpPr>
          <p:cNvPr id="766" name="Google Shape;766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74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Copy-Collab Rate vs. Turnover Rate</a:t>
            </a:r>
            <a:endParaRPr/>
          </a:p>
        </p:txBody>
      </p:sp>
      <p:sp>
        <p:nvSpPr>
          <p:cNvPr id="772" name="Google Shape;772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3" name="Google Shape;773;p74" title="opt_p_vs_t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3849" y="1095600"/>
            <a:ext cx="5136301" cy="38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5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Histogram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79" name="Google Shape;779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0" name="Google Shape;78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1375913"/>
            <a:ext cx="41148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6"/>
          <p:cNvSpPr txBox="1"/>
          <p:nvPr>
            <p:ph idx="15"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One-tailed test p-value</a:t>
            </a:r>
            <a:endParaRPr/>
          </a:p>
        </p:txBody>
      </p:sp>
      <p:sp>
        <p:nvSpPr>
          <p:cNvPr id="786" name="Google Shape;786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7" name="Google Shape;787;p76"/>
          <p:cNvSpPr txBox="1"/>
          <p:nvPr/>
        </p:nvSpPr>
        <p:spPr>
          <a:xfrm>
            <a:off x="2451675" y="2210100"/>
            <a:ext cx="4240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P-value: 2.1e-9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7"/>
          <p:cNvSpPr txBox="1"/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Additional Slide</a:t>
            </a:r>
            <a:endParaRPr/>
          </a:p>
        </p:txBody>
      </p:sp>
      <p:sp>
        <p:nvSpPr>
          <p:cNvPr id="793" name="Google Shape;793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ist Korean Aesthetic Pitch Deck XL Green Variant by Slidesgo">
  <a:themeElements>
    <a:clrScheme name="Simple Light">
      <a:dk1>
        <a:srgbClr val="1E1E1E"/>
      </a:dk1>
      <a:lt1>
        <a:srgbClr val="476634"/>
      </a:lt1>
      <a:dk2>
        <a:srgbClr val="658862"/>
      </a:dk2>
      <a:lt2>
        <a:srgbClr val="BED4BB"/>
      </a:lt2>
      <a:accent1>
        <a:srgbClr val="D7E7D6"/>
      </a:accent1>
      <a:accent2>
        <a:srgbClr val="F7FFF3"/>
      </a:accent2>
      <a:accent3>
        <a:srgbClr val="ADE2A6"/>
      </a:accent3>
      <a:accent4>
        <a:srgbClr val="FFFFFF"/>
      </a:accent4>
      <a:accent5>
        <a:srgbClr val="FFFFFF"/>
      </a:accent5>
      <a:accent6>
        <a:srgbClr val="FFFFFF"/>
      </a:accent6>
      <a:hlink>
        <a:srgbClr val="1E1E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